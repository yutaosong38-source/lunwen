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6847d633b4748" /><Relationship Type="http://schemas.openxmlformats.org/officeDocument/2006/relationships/extended-properties" Target="/docProps/app.xml" Id="R30b31eeb925340d3" /><Relationship Type="http://schemas.openxmlformats.org/officeDocument/2006/relationships/officeDocument" Target="/ppt/presentation.xml" Id="R35d6abc54f27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dbb7db7ce42a6"/>
  </p:sldMasterIdLst>
  <p:notesMasterIdLst>
    <p:notesMasterId xmlns:r="http://schemas.openxmlformats.org/officeDocument/2006/relationships" r:id="R2f05112d166d4f9c"/>
  </p:notesMasterIdLst>
  <p:sldIdLst>
    <p:sldId xmlns:r="http://schemas.openxmlformats.org/officeDocument/2006/relationships" id="256" r:id="R87a11f5c4ba74a0a"/>
    <p:sldId xmlns:r="http://schemas.openxmlformats.org/officeDocument/2006/relationships" id="257" r:id="R68d0447852d54d10"/>
    <p:sldId xmlns:r="http://schemas.openxmlformats.org/officeDocument/2006/relationships" id="258" r:id="R55960a1c4315463c"/>
    <p:sldId xmlns:r="http://schemas.openxmlformats.org/officeDocument/2006/relationships" id="259" r:id="R5f667bed964742d7"/>
    <p:sldId xmlns:r="http://schemas.openxmlformats.org/officeDocument/2006/relationships" id="260" r:id="R5fa714a131a242c5"/>
    <p:sldId xmlns:r="http://schemas.openxmlformats.org/officeDocument/2006/relationships" id="261" r:id="R493305d27adb4371"/>
    <p:sldId xmlns:r="http://schemas.openxmlformats.org/officeDocument/2006/relationships" id="262" r:id="R15f7ecc2d5834169"/>
    <p:sldId xmlns:r="http://schemas.openxmlformats.org/officeDocument/2006/relationships" id="263" r:id="R6172a3f8bada4ecb"/>
    <p:sldId xmlns:r="http://schemas.openxmlformats.org/officeDocument/2006/relationships" id="264" r:id="R3d9ae146e2be4776"/>
    <p:sldId xmlns:r="http://schemas.openxmlformats.org/officeDocument/2006/relationships" id="265" r:id="R41d5beb2aedb4437"/>
    <p:sldId xmlns:r="http://schemas.openxmlformats.org/officeDocument/2006/relationships" id="266" r:id="Rfeaa55787a9b4e26"/>
    <p:sldId xmlns:r="http://schemas.openxmlformats.org/officeDocument/2006/relationships" id="267" r:id="R9afb973fd6a64cb7"/>
    <p:sldId xmlns:r="http://schemas.openxmlformats.org/officeDocument/2006/relationships" id="268" r:id="R0fc588920dfb4279"/>
    <p:sldId xmlns:r="http://schemas.openxmlformats.org/officeDocument/2006/relationships" id="269" r:id="Rcb5f2b56709c4fbf"/>
    <p:sldId xmlns:r="http://schemas.openxmlformats.org/officeDocument/2006/relationships" id="270" r:id="Rcc07c25dba644088"/>
    <p:sldId xmlns:r="http://schemas.openxmlformats.org/officeDocument/2006/relationships" id="271" r:id="R0d7813b4576f4af3"/>
    <p:sldId xmlns:r="http://schemas.openxmlformats.org/officeDocument/2006/relationships" id="272" r:id="R38f1c439015b48b6"/>
    <p:sldId xmlns:r="http://schemas.openxmlformats.org/officeDocument/2006/relationships" id="273" r:id="R77d9a461926b44ea"/>
    <p:sldId xmlns:r="http://schemas.openxmlformats.org/officeDocument/2006/relationships" id="274" r:id="R9b98753c4f7e459e"/>
    <p:sldId xmlns:r="http://schemas.openxmlformats.org/officeDocument/2006/relationships" id="275" r:id="R06aecc0a55ec4a0d"/>
    <p:sldId xmlns:r="http://schemas.openxmlformats.org/officeDocument/2006/relationships" id="276" r:id="R263196f44156421d"/>
    <p:sldId xmlns:r="http://schemas.openxmlformats.org/officeDocument/2006/relationships" id="277" r:id="R00a3cc28085e42de"/>
    <p:sldId xmlns:r="http://schemas.openxmlformats.org/officeDocument/2006/relationships" id="278" r:id="R1fb9d6471d964df9"/>
    <p:sldId xmlns:r="http://schemas.openxmlformats.org/officeDocument/2006/relationships" id="279" r:id="R6132131246d14328"/>
    <p:sldId xmlns:r="http://schemas.openxmlformats.org/officeDocument/2006/relationships" id="280" r:id="Rdff01d5db9094b1b"/>
    <p:sldId xmlns:r="http://schemas.openxmlformats.org/officeDocument/2006/relationships" id="281" r:id="Rbab40e80c3ff4377"/>
    <p:sldId xmlns:r="http://schemas.openxmlformats.org/officeDocument/2006/relationships" id="282" r:id="Rf564c045334842a4"/>
    <p:sldId xmlns:r="http://schemas.openxmlformats.org/officeDocument/2006/relationships" id="283" r:id="Re6a67b5e00424acb"/>
    <p:sldId xmlns:r="http://schemas.openxmlformats.org/officeDocument/2006/relationships" id="284" r:id="R17c284a46ce2445f"/>
    <p:sldId xmlns:r="http://schemas.openxmlformats.org/officeDocument/2006/relationships" id="285" r:id="Rad276b314b3f4bc9"/>
    <p:sldId xmlns:r="http://schemas.openxmlformats.org/officeDocument/2006/relationships" id="286" r:id="R264f732e1dd0481c"/>
    <p:sldId xmlns:r="http://schemas.openxmlformats.org/officeDocument/2006/relationships" id="287" r:id="Rc10ae9f37f1a4734"/>
    <p:sldId xmlns:r="http://schemas.openxmlformats.org/officeDocument/2006/relationships" id="288" r:id="R7b04e47471f44356"/>
    <p:sldId xmlns:r="http://schemas.openxmlformats.org/officeDocument/2006/relationships" id="289" r:id="Rfb2b5870dc49428c"/>
    <p:sldId xmlns:r="http://schemas.openxmlformats.org/officeDocument/2006/relationships" id="290" r:id="R97388b2fb7574c11"/>
    <p:sldId xmlns:r="http://schemas.openxmlformats.org/officeDocument/2006/relationships" id="291" r:id="Re5d72f4ff0d64d2a"/>
    <p:sldId xmlns:r="http://schemas.openxmlformats.org/officeDocument/2006/relationships" id="292" r:id="R268796022f044a13"/>
    <p:sldId xmlns:r="http://schemas.openxmlformats.org/officeDocument/2006/relationships" id="293" r:id="R136995179ccc42e3"/>
    <p:sldId xmlns:r="http://schemas.openxmlformats.org/officeDocument/2006/relationships" id="294" r:id="R5794c03582c945ce"/>
    <p:sldId xmlns:r="http://schemas.openxmlformats.org/officeDocument/2006/relationships" id="295" r:id="R66514d5c0981483f"/>
    <p:sldId xmlns:r="http://schemas.openxmlformats.org/officeDocument/2006/relationships" id="296" r:id="Rb24f4c8dfb8441a0"/>
    <p:sldId xmlns:r="http://schemas.openxmlformats.org/officeDocument/2006/relationships" id="297" r:id="Rd021469e1cf74c66"/>
    <p:sldId xmlns:r="http://schemas.openxmlformats.org/officeDocument/2006/relationships" id="298" r:id="R98c616d8e02d4682"/>
    <p:sldId xmlns:r="http://schemas.openxmlformats.org/officeDocument/2006/relationships" id="299" r:id="R0affd477f0c3458b"/>
    <p:sldId xmlns:r="http://schemas.openxmlformats.org/officeDocument/2006/relationships" id="300" r:id="R0f7accbfcae340e8"/>
  </p:sldIdLst>
  <p:sldSz cx="17145000" cy="1714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3082c39b664e20" /><Relationship Type="http://schemas.openxmlformats.org/officeDocument/2006/relationships/slideMaster" Target="/ppt/slideMasters/slideMaster1.xml" Id="R3addbb7db7ce42a6" /><Relationship Type="http://schemas.openxmlformats.org/officeDocument/2006/relationships/notesMaster" Target="/ppt/notesMasters/notesMaster1.xml" Id="R2f05112d166d4f9c" /><Relationship Type="http://schemas.openxmlformats.org/officeDocument/2006/relationships/presProps" Target="/ppt/presProps.xml" Id="R086d333b95cc4bc3" /><Relationship Type="http://schemas.openxmlformats.org/officeDocument/2006/relationships/tableStyles" Target="/ppt/tableStyles.xml" Id="R498b769ca6f940d8" /><Relationship Type="http://schemas.openxmlformats.org/officeDocument/2006/relationships/slide" Target="/ppt/slides/slide1.xml" Id="R87a11f5c4ba74a0a" /><Relationship Type="http://schemas.openxmlformats.org/officeDocument/2006/relationships/slide" Target="/ppt/slides/slide2.xml" Id="R68d0447852d54d10" /><Relationship Type="http://schemas.openxmlformats.org/officeDocument/2006/relationships/slide" Target="/ppt/slides/slide3.xml" Id="R55960a1c4315463c" /><Relationship Type="http://schemas.openxmlformats.org/officeDocument/2006/relationships/slide" Target="/ppt/slides/slide4.xml" Id="R5f667bed964742d7" /><Relationship Type="http://schemas.openxmlformats.org/officeDocument/2006/relationships/slide" Target="/ppt/slides/slide5.xml" Id="R5fa714a131a242c5" /><Relationship Type="http://schemas.openxmlformats.org/officeDocument/2006/relationships/slide" Target="/ppt/slides/slide6.xml" Id="R493305d27adb4371" /><Relationship Type="http://schemas.openxmlformats.org/officeDocument/2006/relationships/slide" Target="/ppt/slides/slide7.xml" Id="R15f7ecc2d5834169" /><Relationship Type="http://schemas.openxmlformats.org/officeDocument/2006/relationships/slide" Target="/ppt/slides/slide8.xml" Id="R6172a3f8bada4ecb" /><Relationship Type="http://schemas.openxmlformats.org/officeDocument/2006/relationships/slide" Target="/ppt/slides/slide9.xml" Id="R3d9ae146e2be4776" /><Relationship Type="http://schemas.openxmlformats.org/officeDocument/2006/relationships/slide" Target="/ppt/slides/slide10.xml" Id="R41d5beb2aedb4437" /><Relationship Type="http://schemas.openxmlformats.org/officeDocument/2006/relationships/slide" Target="/ppt/slides/slide11.xml" Id="Rfeaa55787a9b4e26" /><Relationship Type="http://schemas.openxmlformats.org/officeDocument/2006/relationships/slide" Target="/ppt/slides/slide12.xml" Id="R9afb973fd6a64cb7" /><Relationship Type="http://schemas.openxmlformats.org/officeDocument/2006/relationships/slide" Target="/ppt/slides/slide13.xml" Id="R0fc588920dfb4279" /><Relationship Type="http://schemas.openxmlformats.org/officeDocument/2006/relationships/slide" Target="/ppt/slides/slide14.xml" Id="Rcb5f2b56709c4fbf" /><Relationship Type="http://schemas.openxmlformats.org/officeDocument/2006/relationships/slide" Target="/ppt/slides/slide15.xml" Id="Rcc07c25dba644088" /><Relationship Type="http://schemas.openxmlformats.org/officeDocument/2006/relationships/slide" Target="/ppt/slides/slide16.xml" Id="R0d7813b4576f4af3" /><Relationship Type="http://schemas.openxmlformats.org/officeDocument/2006/relationships/slide" Target="/ppt/slides/slide17.xml" Id="R38f1c439015b48b6" /><Relationship Type="http://schemas.openxmlformats.org/officeDocument/2006/relationships/slide" Target="/ppt/slides/slide18.xml" Id="R77d9a461926b44ea" /><Relationship Type="http://schemas.openxmlformats.org/officeDocument/2006/relationships/slide" Target="/ppt/slides/slide19.xml" Id="R9b98753c4f7e459e" /><Relationship Type="http://schemas.openxmlformats.org/officeDocument/2006/relationships/slide" Target="/ppt/slides/slide20.xml" Id="R06aecc0a55ec4a0d" /><Relationship Type="http://schemas.openxmlformats.org/officeDocument/2006/relationships/slide" Target="/ppt/slides/slide21.xml" Id="R263196f44156421d" /><Relationship Type="http://schemas.openxmlformats.org/officeDocument/2006/relationships/slide" Target="/ppt/slides/slide22.xml" Id="R00a3cc28085e42de" /><Relationship Type="http://schemas.openxmlformats.org/officeDocument/2006/relationships/slide" Target="/ppt/slides/slide23.xml" Id="R1fb9d6471d964df9" /><Relationship Type="http://schemas.openxmlformats.org/officeDocument/2006/relationships/slide" Target="/ppt/slides/slide24.xml" Id="R6132131246d14328" /><Relationship Type="http://schemas.openxmlformats.org/officeDocument/2006/relationships/slide" Target="/ppt/slides/slide25.xml" Id="Rdff01d5db9094b1b" /><Relationship Type="http://schemas.openxmlformats.org/officeDocument/2006/relationships/slide" Target="/ppt/slides/slide26.xml" Id="Rbab40e80c3ff4377" /><Relationship Type="http://schemas.openxmlformats.org/officeDocument/2006/relationships/slide" Target="/ppt/slides/slide27.xml" Id="Rf564c045334842a4" /><Relationship Type="http://schemas.openxmlformats.org/officeDocument/2006/relationships/slide" Target="/ppt/slides/slide28.xml" Id="Re6a67b5e00424acb" /><Relationship Type="http://schemas.openxmlformats.org/officeDocument/2006/relationships/slide" Target="/ppt/slides/slide29.xml" Id="R17c284a46ce2445f" /><Relationship Type="http://schemas.openxmlformats.org/officeDocument/2006/relationships/slide" Target="/ppt/slides/slide30.xml" Id="Rad276b314b3f4bc9" /><Relationship Type="http://schemas.openxmlformats.org/officeDocument/2006/relationships/slide" Target="/ppt/slides/slide31.xml" Id="R264f732e1dd0481c" /><Relationship Type="http://schemas.openxmlformats.org/officeDocument/2006/relationships/slide" Target="/ppt/slides/slide32.xml" Id="Rc10ae9f37f1a4734" /><Relationship Type="http://schemas.openxmlformats.org/officeDocument/2006/relationships/slide" Target="/ppt/slides/slide33.xml" Id="R7b04e47471f44356" /><Relationship Type="http://schemas.openxmlformats.org/officeDocument/2006/relationships/slide" Target="/ppt/slides/slide34.xml" Id="Rfb2b5870dc49428c" /><Relationship Type="http://schemas.openxmlformats.org/officeDocument/2006/relationships/slide" Target="/ppt/slides/slide35.xml" Id="R97388b2fb7574c11" /><Relationship Type="http://schemas.openxmlformats.org/officeDocument/2006/relationships/slide" Target="/ppt/slides/slide36.xml" Id="Re5d72f4ff0d64d2a" /><Relationship Type="http://schemas.openxmlformats.org/officeDocument/2006/relationships/slide" Target="/ppt/slides/slide37.xml" Id="R268796022f044a13" /><Relationship Type="http://schemas.openxmlformats.org/officeDocument/2006/relationships/slide" Target="/ppt/slides/slide38.xml" Id="R136995179ccc42e3" /><Relationship Type="http://schemas.openxmlformats.org/officeDocument/2006/relationships/slide" Target="/ppt/slides/slide39.xml" Id="R5794c03582c945ce" /><Relationship Type="http://schemas.openxmlformats.org/officeDocument/2006/relationships/slide" Target="/ppt/slides/slide40.xml" Id="R66514d5c0981483f" /><Relationship Type="http://schemas.openxmlformats.org/officeDocument/2006/relationships/slide" Target="/ppt/slides/slide41.xml" Id="Rb24f4c8dfb8441a0" /><Relationship Type="http://schemas.openxmlformats.org/officeDocument/2006/relationships/slide" Target="/ppt/slides/slide42.xml" Id="Rd021469e1cf74c66" /><Relationship Type="http://schemas.openxmlformats.org/officeDocument/2006/relationships/slide" Target="/ppt/slides/slide43.xml" Id="R98c616d8e02d4682" /><Relationship Type="http://schemas.openxmlformats.org/officeDocument/2006/relationships/slide" Target="/ppt/slides/slide44.xml" Id="R0affd477f0c3458b" /><Relationship Type="http://schemas.openxmlformats.org/officeDocument/2006/relationships/slide" Target="/ppt/slides/slide45.xml" Id="R0f7accbfcae340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5063c2869c4b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f6df20a47149b7" /><Relationship Type="http://schemas.openxmlformats.org/officeDocument/2006/relationships/notesMaster" Target="/ppt/notesMasters/notesMaster1.xml" Id="Rbb9d300fc141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b695c21bc14019" /><Relationship Type="http://schemas.openxmlformats.org/officeDocument/2006/relationships/notesMaster" Target="/ppt/notesMasters/notesMaster1.xml" Id="Rdb893c42cc4a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7bc8ed8f84e5a" /><Relationship Type="http://schemas.openxmlformats.org/officeDocument/2006/relationships/notesMaster" Target="/ppt/notesMasters/notesMaster1.xml" Id="Rcfe8e8d86d7447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0d850bcfbd45a9" /><Relationship Type="http://schemas.openxmlformats.org/officeDocument/2006/relationships/notesMaster" Target="/ppt/notesMasters/notesMaster1.xml" Id="R63b3b442019e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ddc8172f7c4e77" /><Relationship Type="http://schemas.openxmlformats.org/officeDocument/2006/relationships/notesMaster" Target="/ppt/notesMasters/notesMaster1.xml" Id="Rc6479af94bb94f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9854ab0d04352" /><Relationship Type="http://schemas.openxmlformats.org/officeDocument/2006/relationships/notesMaster" Target="/ppt/notesMasters/notesMaster1.xml" Id="Rf9f2bfeabc3d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4cce2836be4c0c" /><Relationship Type="http://schemas.openxmlformats.org/officeDocument/2006/relationships/notesMaster" Target="/ppt/notesMasters/notesMaster1.xml" Id="R83c7cd81719e42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b50aa4f9ff45f8" /><Relationship Type="http://schemas.openxmlformats.org/officeDocument/2006/relationships/notesMaster" Target="/ppt/notesMasters/notesMaster1.xml" Id="R03b872a1a4914c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4b9a2137854189" /><Relationship Type="http://schemas.openxmlformats.org/officeDocument/2006/relationships/notesMaster" Target="/ppt/notesMasters/notesMaster1.xml" Id="Re294ab009c154d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eac8a304e4724" /><Relationship Type="http://schemas.openxmlformats.org/officeDocument/2006/relationships/notesMaster" Target="/ppt/notesMasters/notesMaster1.xml" Id="R49edc10af1c547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29e09075ce42ae" /><Relationship Type="http://schemas.openxmlformats.org/officeDocument/2006/relationships/notesMaster" Target="/ppt/notesMasters/notesMaster1.xml" Id="Rd5324fdc3c8440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64f445f5384f04" /><Relationship Type="http://schemas.openxmlformats.org/officeDocument/2006/relationships/notesMaster" Target="/ppt/notesMasters/notesMaster1.xml" Id="R171303a7abc44e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4a5a3c00294c3a" /><Relationship Type="http://schemas.openxmlformats.org/officeDocument/2006/relationships/notesMaster" Target="/ppt/notesMasters/notesMaster1.xml" Id="R81cba371dc884c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bc6fc751494b7e" /><Relationship Type="http://schemas.openxmlformats.org/officeDocument/2006/relationships/notesMaster" Target="/ppt/notesMasters/notesMaster1.xml" Id="R2feb3e3a371242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0742c03eae4ace" /><Relationship Type="http://schemas.openxmlformats.org/officeDocument/2006/relationships/notesMaster" Target="/ppt/notesMasters/notesMaster1.xml" Id="R03a621610d1a4d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f6eb257f9943c6" /><Relationship Type="http://schemas.openxmlformats.org/officeDocument/2006/relationships/notesMaster" Target="/ppt/notesMasters/notesMaster1.xml" Id="Ra409d82d64d14b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a6753d31c542e5" /><Relationship Type="http://schemas.openxmlformats.org/officeDocument/2006/relationships/notesMaster" Target="/ppt/notesMasters/notesMaster1.xml" Id="Rcf7340d89be14c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3335b2bcbf413d" /><Relationship Type="http://schemas.openxmlformats.org/officeDocument/2006/relationships/notesMaster" Target="/ppt/notesMasters/notesMaster1.xml" Id="R9d5cee9118dd4e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4fe9ab4a014adb" /><Relationship Type="http://schemas.openxmlformats.org/officeDocument/2006/relationships/notesMaster" Target="/ppt/notesMasters/notesMaster1.xml" Id="R6fee5477c01e4b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ed1f39796444f3" /><Relationship Type="http://schemas.openxmlformats.org/officeDocument/2006/relationships/notesMaster" Target="/ppt/notesMasters/notesMaster1.xml" Id="R51b210d32bc847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a98e56b45c4038" /><Relationship Type="http://schemas.openxmlformats.org/officeDocument/2006/relationships/notesMaster" Target="/ppt/notesMasters/notesMaster1.xml" Id="Reaf5f0cafeeb40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e956b55f76422b" /><Relationship Type="http://schemas.openxmlformats.org/officeDocument/2006/relationships/notesMaster" Target="/ppt/notesMasters/notesMaster1.xml" Id="R926cc688404048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8bf8990c9740c9" /><Relationship Type="http://schemas.openxmlformats.org/officeDocument/2006/relationships/notesMaster" Target="/ppt/notesMasters/notesMaster1.xml" Id="R914e62df0dcb41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4d47b66f554e26" /><Relationship Type="http://schemas.openxmlformats.org/officeDocument/2006/relationships/notesMaster" Target="/ppt/notesMasters/notesMaster1.xml" Id="R94bce328b92f44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83891fd1cf4ee7" /><Relationship Type="http://schemas.openxmlformats.org/officeDocument/2006/relationships/notesMaster" Target="/ppt/notesMasters/notesMaster1.xml" Id="R46fd2bd0a44442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cc8c77ec684b47" /><Relationship Type="http://schemas.openxmlformats.org/officeDocument/2006/relationships/notesMaster" Target="/ppt/notesMasters/notesMaster1.xml" Id="R2d7e38fcf84d4f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09d236f0a84f88" /><Relationship Type="http://schemas.openxmlformats.org/officeDocument/2006/relationships/notesMaster" Target="/ppt/notesMasters/notesMaster1.xml" Id="R87c4ad0447ee4f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23003a117294e60" /><Relationship Type="http://schemas.openxmlformats.org/officeDocument/2006/relationships/notesMaster" Target="/ppt/notesMasters/notesMaster1.xml" Id="Rcf99a33d3fc242b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bf5ea292fac4b4b" /><Relationship Type="http://schemas.openxmlformats.org/officeDocument/2006/relationships/notesMaster" Target="/ppt/notesMasters/notesMaster1.xml" Id="Raba135b837014e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d7140b8f6f4308" /><Relationship Type="http://schemas.openxmlformats.org/officeDocument/2006/relationships/notesMaster" Target="/ppt/notesMasters/notesMaster1.xml" Id="R001ddd121e6e401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ed2d3b436074ddc" /><Relationship Type="http://schemas.openxmlformats.org/officeDocument/2006/relationships/notesMaster" Target="/ppt/notesMasters/notesMaster1.xml" Id="R42692506115548b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ae1776308546c2" /><Relationship Type="http://schemas.openxmlformats.org/officeDocument/2006/relationships/notesMaster" Target="/ppt/notesMasters/notesMaster1.xml" Id="R4c0a921f63484c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fec2878d8034c26" /><Relationship Type="http://schemas.openxmlformats.org/officeDocument/2006/relationships/notesMaster" Target="/ppt/notesMasters/notesMaster1.xml" Id="R1f86477c0efe4c0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1fec53f47043bb" /><Relationship Type="http://schemas.openxmlformats.org/officeDocument/2006/relationships/notesMaster" Target="/ppt/notesMasters/notesMaster1.xml" Id="R980b30c423bb45b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2d01796f90d436d" /><Relationship Type="http://schemas.openxmlformats.org/officeDocument/2006/relationships/notesMaster" Target="/ppt/notesMasters/notesMaster1.xml" Id="Re51c31ee61e2482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d2d0b9bfa4a4624" /><Relationship Type="http://schemas.openxmlformats.org/officeDocument/2006/relationships/notesMaster" Target="/ppt/notesMasters/notesMaster1.xml" Id="Ra015119ad593421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806ac506fdd49cf" /><Relationship Type="http://schemas.openxmlformats.org/officeDocument/2006/relationships/notesMaster" Target="/ppt/notesMasters/notesMaster1.xml" Id="R2307b797db4c4f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3f57f2d20dc4445" /><Relationship Type="http://schemas.openxmlformats.org/officeDocument/2006/relationships/notesMaster" Target="/ppt/notesMasters/notesMaster1.xml" Id="Rf94513dbf0cc4aa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14731eb823c4fbb" /><Relationship Type="http://schemas.openxmlformats.org/officeDocument/2006/relationships/notesMaster" Target="/ppt/notesMasters/notesMaster1.xml" Id="R6862bd66cab343c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e0698cc3ea44e71" /><Relationship Type="http://schemas.openxmlformats.org/officeDocument/2006/relationships/notesMaster" Target="/ppt/notesMasters/notesMaster1.xml" Id="R0a42d3ba8b1c40c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c713f98dd3b4a69" /><Relationship Type="http://schemas.openxmlformats.org/officeDocument/2006/relationships/notesMaster" Target="/ppt/notesMasters/notesMaster1.xml" Id="R7d21defd8c1641a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45036719a6a4d91" /><Relationship Type="http://schemas.openxmlformats.org/officeDocument/2006/relationships/notesMaster" Target="/ppt/notesMasters/notesMaster1.xml" Id="Rbdf33e5a0a4d4df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5280f447d94765" /><Relationship Type="http://schemas.openxmlformats.org/officeDocument/2006/relationships/notesMaster" Target="/ppt/notesMasters/notesMaster1.xml" Id="Rbad1b6965a31480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a3238a0291c496f" /><Relationship Type="http://schemas.openxmlformats.org/officeDocument/2006/relationships/notesMaster" Target="/ppt/notesMasters/notesMaster1.xml" Id="Rf00dbbb7797547c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e6934caa4d846a5" /><Relationship Type="http://schemas.openxmlformats.org/officeDocument/2006/relationships/notesMaster" Target="/ppt/notesMasters/notesMaster1.xml" Id="R467b470e11354e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uploaded Manuscript1.docx, Figure 1. Layout and external panel labels are editable. Original traces remain raster evidence; no raw experimental data have been reconstructed. Figure 3 excludes the unreconciled comparison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uploaded Manuscript1.docx, Figure 2. Layout and external panel labels are editable. Original traces remain raster evidence; no raw experimental data have been reconstructed. Figure 3 excludes the unreconciled comparison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uploaded Manuscript1.docx, Figure 3. Layout and external panel labels are editable. Original traces remain raster evidence; no raw experimental data have been reconstructed. Figure 3 excludes the unreconciled comparison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uploaded Manuscript1.docx, Figure 4. Layout and external panel labels are editable. Original traces remain raster evidence; no raw experimental data have been reconstructed. Figure 3 excludes the unreconciled comparison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XRD patterns of CoFeNiMnV/NCNTs prepared at 700, 800, 900 and 1000 °C. Reference characterization, not a new measurement of the PDMS composite.</a:t>
            </a:r>
          </a:p>
          <a:p xmlns:a="http://schemas.openxmlformats.org/drawingml/2006/main">
            <a:r>
              <a:t>Source: Hassan thesis, Figure 6-1a, printed p. 131, PDF p. 142.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Raman spectra of the same reference series. The source reports I_D/I_G values of 1.18, 1.05, 0.96 and 0.94 for 700, 800, 900 and 1000 °C, respectively.</a:t>
            </a:r>
          </a:p>
          <a:p xmlns:a="http://schemas.openxmlformats.org/drawingml/2006/main">
            <a:r>
              <a:t>Source: Hassan thesis, Figure 6-1b, printed p. 131, PDF p. 142.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CoFeNiMnV/NCNTs-800 nanocomposite. TEM overview with the original 50 nm scale bar. This is cited precursor characterization.</a:t>
            </a:r>
          </a:p>
          <a:p xmlns:a="http://schemas.openxmlformats.org/drawingml/2006/main">
            <a:r>
              <a:t>Source: Hassan thesis, Figure 6-3a, printed p. 133, PDF p. 144.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CoFeNiMnV/NCNTs-800 nanocomposite. Higher-magnification TEM image with the original 10 nm scale bar. This is cited precursor characterization.</a:t>
            </a:r>
          </a:p>
          <a:p xmlns:a="http://schemas.openxmlformats.org/drawingml/2006/main">
            <a:r>
              <a:t>Source: Hassan thesis, Figure 6-3b, printed p. 133, PDF p. 144.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CoFeNiMnV/NCNTs-800 nanocomposite. HRTEM image with source annotations of approximately 0.35 nm carbon-layer spacing and 0.22 nm alloy-lattice spacing. The original 5 nm inset scale bar is retained. This is cited precursor characterization.</a:t>
            </a:r>
          </a:p>
          <a:p xmlns:a="http://schemas.openxmlformats.org/drawingml/2006/main">
            <a:r>
              <a:t>Source: Hassan thesis, Figure 6-3c, printed p. 133, PDF p. 144.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CoFeNiMnV/NCNTs-800 nanocomposite. HAADF-STEM and elemental maps of Co, Fe, Ni, Mn, V and C. The original 50 nm HAADF scale bar is retained; no new scale is assigned to the individual maps. This is cited precursor characterization.</a:t>
            </a:r>
          </a:p>
          <a:p xmlns:a="http://schemas.openxmlformats.org/drawingml/2006/main">
            <a:r>
              <a:t>Source: Hassan thesis, Figure 6-3d, printed p. 133, PDF p. 144.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Survey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6-4a,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Co 2p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6-4b,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Fe 2p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6-4c,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Ni 2p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6-4d,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Mn 2p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6-4e,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V 2p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6-4f,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N 1s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6-4g,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C 1s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6-4h,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O 1s XPS spectrum of CoFeNiMnV/NCNTs-800. Original traces, fits and peak labels are retained; this spectrum is not assigned to the present PDMS foam.</a:t>
            </a:r>
          </a:p>
          <a:p xmlns:a="http://schemas.openxmlformats.org/drawingml/2006/main">
            <a:r>
              <a:t>Source: Hassan thesis, Figure 6-4i, printed p. 134, PDF p. 145.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Compressive stress-strain curves of PDMS and functionalized foams. The source labels 5% and 20% HEA@CNTs loading, defined by the author as the mass percentage of HEA@CNTs in HEA@CNTs plus unmodified CNTs.</a:t>
            </a:r>
          </a:p>
          <a:p xmlns:a="http://schemas.openxmlformats.org/drawingml/2006/main">
            <a:r>
              <a:t>Source: Original Supporting Information, S1 panel a.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Cyclic compressive stress-strain response including the trace labelled Cycle 1000. The abscissa must be confirmed from the original dataset.</a:t>
            </a:r>
          </a:p>
          <a:p xmlns:a="http://schemas.openxmlformats.org/drawingml/2006/main">
            <a:r>
              <a:t>Source: Original Supporting Information, S1 panel b.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Seebeck coefficients at foam thicknesses of 3, 4, 5 and 6 mm. Error bars are retained as supplied; their definition and number of replicates need confirmation.</a:t>
            </a:r>
          </a:p>
          <a:p xmlns:a="http://schemas.openxmlformats.org/drawingml/2006/main">
            <a:r>
              <a:t>Source: Original Supporting Information, S2 panel a.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Resistance response under a periodic pressure of 200 Pa. This demonstrates detection at 200 Pa and does not establish a statistical detection limit.</a:t>
            </a:r>
          </a:p>
          <a:p xmlns:a="http://schemas.openxmlformats.org/drawingml/2006/main">
            <a:r>
              <a:t>Source: Original Supporting Information, S3 panel a.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Transient loading and unloading response with source-labelled response and recovery times of approximately 200 and 110 ms. The response-time convention needs confirmation.</a:t>
            </a:r>
          </a:p>
          <a:p xmlns:a="http://schemas.openxmlformats.org/drawingml/2006/main">
            <a:r>
              <a:t>Source: Original Supporting Information, S3 panel b.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Pressure-response waveform near the beginning of the long-cycle test. Original cycle labels are retained; repeated tick labels require correction from the underlying data.</a:t>
            </a:r>
          </a:p>
          <a:p xmlns:a="http://schemas.openxmlformats.org/drawingml/2006/main">
            <a:r>
              <a:t>Source: Original Supporting Information, S4 panel a.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Pressure-response waveform around cycle 2500. Original cycle labels are retained; repeated tick labels require correction from the underlying data.</a:t>
            </a:r>
          </a:p>
          <a:p xmlns:a="http://schemas.openxmlformats.org/drawingml/2006/main">
            <a:r>
              <a:t>Source: Original Supporting Information, S4 panel b.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and imaginary permittivity at nominal compressive strains of 50% and 60%.</a:t>
            </a:r>
          </a:p>
          <a:p xmlns:a="http://schemas.openxmlformats.org/drawingml/2006/main">
            <a:r>
              <a:t>Source: Original Supporting Information, S5 panel a.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real and imaginary permittivity. The specimen identity and compressive state need author confirmation.</a:t>
            </a:r>
          </a:p>
          <a:p xmlns:a="http://schemas.openxmlformats.org/drawingml/2006/main">
            <a:r>
              <a:t>Source: Original Supporting Information, S5 panel b.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real and imaginary permeability from 2 to 18 GHz. The specimen identity and compressive state need author confirmation.</a:t>
            </a:r>
          </a:p>
          <a:p xmlns:a="http://schemas.openxmlformats.org/drawingml/2006/main">
            <a:r>
              <a:t>Source: Original Supporting Information, S5 panel c.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Magnitude of normalized input impedance for thicknesses labelled 1.55, 2.10, 2.35, 2.70, 3.25 and 4.00 mm. These curves compare thicknesses, not compressive strains.</a:t>
            </a:r>
          </a:p>
          <a:p xmlns:a="http://schemas.openxmlformats.org/drawingml/2006/main">
            <a:r>
              <a:t>Source: Original Supporting Information, S5 panel d.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electric-field maps at 2 GHz with and without the absorbing layer. The original legends are retained. Their color-scale maxima differ, so color alone cannot quantify attenuation.</a:t>
            </a:r>
          </a:p>
          <a:p xmlns:a="http://schemas.openxmlformats.org/drawingml/2006/main">
            <a:r>
              <a:t>Source: Original Supporting Information Figure S6.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electric-field maps at 6 GHz with and without the absorbing layer. The original legends are retained. Their color-scale maxima differ, so color alone cannot quantify attenuation.</a:t>
            </a:r>
          </a:p>
          <a:p xmlns:a="http://schemas.openxmlformats.org/drawingml/2006/main">
            <a:r>
              <a:t>Source: Original Supporting Information Figure S6.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electric-field maps at 10 GHz with and without the absorbing layer. The original legends are retained. Their color-scale maxima differ, so color alone cannot quantify attenuation.</a:t>
            </a:r>
          </a:p>
          <a:p xmlns:a="http://schemas.openxmlformats.org/drawingml/2006/main">
            <a:r>
              <a:t>Source: Original Supporting Information Figure S6.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electric-field maps at 14 GHz with and without the absorbing layer. The original legends are retained. Their color-scale maxima differ, so color alone cannot quantify attenuation.</a:t>
            </a:r>
          </a:p>
          <a:p xmlns:a="http://schemas.openxmlformats.org/drawingml/2006/main">
            <a:r>
              <a:t>Source: Original Supporting Information Figure S6.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electric-field maps at 18 GHz with and without the absorbing layer. The original legends are retained. Their color-scale maxima differ, so color alone cannot quantify attenuation.</a:t>
            </a:r>
          </a:p>
          <a:p xmlns:a="http://schemas.openxmlformats.org/drawingml/2006/main">
            <a:r>
              <a:t>Source: Original Supporting Information Figure S6.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volumetric electromagnetic-loss-density map at 2 GHz. Original spatial field and legend are retained.</a:t>
            </a:r>
          </a:p>
          <a:p xmlns:a="http://schemas.openxmlformats.org/drawingml/2006/main">
            <a:r>
              <a:t>Source: Original Supporting Information Figure S7.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volumetric electromagnetic-loss-density map at 6 GHz. Original spatial field and legend are retained.</a:t>
            </a:r>
          </a:p>
          <a:p xmlns:a="http://schemas.openxmlformats.org/drawingml/2006/main">
            <a:r>
              <a:t>Source: Original Supporting Information Figure S7.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volumetric electromagnetic-loss-density map at 10 GHz. Original spatial field and legend are retained.</a:t>
            </a:r>
          </a:p>
          <a:p xmlns:a="http://schemas.openxmlformats.org/drawingml/2006/main">
            <a:r>
              <a:t>Source: Original Supporting Information Figure S7.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volumetric electromagnetic-loss-density map at 14 GHz. Original spatial field and legend are retained.</a:t>
            </a:r>
          </a:p>
          <a:p xmlns:a="http://schemas.openxmlformats.org/drawingml/2006/main">
            <a:r>
              <a:t>Source: Original Supporting Information Figure S7.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volumetric electromagnetic-loss-density map at 18 GHz. Original spatial field and legend are retained.</a:t>
            </a:r>
          </a:p>
          <a:p xmlns:a="http://schemas.openxmlformats.org/drawingml/2006/main">
            <a:r>
              <a:t>Source: Original Supporting Information Figure S7.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line profile at 2 GHz. Original quantity, distance axis and trace are retained. The path coordinates and normalization need author confirmation.</a:t>
            </a:r>
          </a:p>
          <a:p xmlns:a="http://schemas.openxmlformats.org/drawingml/2006/main">
            <a:r>
              <a:t>Source: Original Supporting Information Figure S8.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line profile at 6 GHz. Original quantity, distance axis and trace are retained. The path coordinates and normalization need author confirmation.</a:t>
            </a:r>
          </a:p>
          <a:p xmlns:a="http://schemas.openxmlformats.org/drawingml/2006/main">
            <a:r>
              <a:t>Source: Original Supporting Information Figure S8.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line profile at 10 GHz. Original quantity, distance axis and trace are retained. The path coordinates and normalization need author confirmation.</a:t>
            </a:r>
          </a:p>
          <a:p xmlns:a="http://schemas.openxmlformats.org/drawingml/2006/main">
            <a:r>
              <a:t>Source: Original Supporting Information Figure S8.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line profile at 14 GHz. Original quantity, distance axis and trace are retained. The path coordinates and normalization need author confirmation.</a:t>
            </a:r>
          </a:p>
          <a:p xmlns:a="http://schemas.openxmlformats.org/drawingml/2006/main">
            <a:r>
              <a:t>Source: Original Supporting Information Figure S8.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HFSS line profile at 18 GHz. Original quantity, distance axis and trace are retained. The path coordinates and normalization need author confirmation.</a:t>
            </a:r>
          </a:p>
          <a:p xmlns:a="http://schemas.openxmlformats.org/drawingml/2006/main">
            <a:r>
              <a:t>Source: Original Supporting Information Figure S8.</a:t>
            </a:r>
          </a:p>
          <a:p xmlns:a="http://schemas.openxmlformats.org/drawingml/2006/main">
            <a:r>
              <a:t>The layout and external text are editable. Embedded traces and microscopy remain source raster data. Reference CoFeNiMnV figures are not measurements of the actual Al–Co–Fe–Ni–Mn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5965d411b47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11225f02f4c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6462d9a204d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910becfcc49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3b87523d24a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a9f848c2448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B6788B-06D7-4250-A316-787FE610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6477000"/>
            <a:ext cx="1371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EA0B29-AE0B-4F30-8C61-310E49EF17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9429750"/>
            <a:ext cx="1200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710D16-BF52-461E-A504-1C2472F1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7143750"/>
            <a:ext cx="1371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A81B6-EB1A-49EF-A50F-09EF8D606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333500"/>
            <a:ext cx="15216188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A0AB5C-7FA1-41B2-9C6F-9DF5F42854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4762500"/>
            <a:ext cx="15216188" cy="106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7AB09E-B7A9-48BC-B1DA-B5DC6F6B2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333500"/>
            <a:ext cx="15216188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0CF1D8-E27D-46B5-A6D1-D58878C92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4762500"/>
            <a:ext cx="7072313" cy="106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BD0F2B-E817-4519-B1A2-1E8F54AB2E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4762500"/>
            <a:ext cx="7072313" cy="106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87537B-9430-41D5-AAE8-E9FC0E510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333500"/>
            <a:ext cx="15216188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1329E5-A54B-4B85-9AEB-3D85F431D9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4762500"/>
            <a:ext cx="7072313" cy="106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4de1fca68a42ff" /><Relationship Type="http://schemas.openxmlformats.org/officeDocument/2006/relationships/slideLayout" Target="/ppt/slideLayouts/slideLayout1.xml" Id="Rad71f0021a814c2a" /><Relationship Type="http://schemas.openxmlformats.org/officeDocument/2006/relationships/slideLayout" Target="/ppt/slideLayouts/slideLayout2.xml" Id="R5d6c1408f1df4970" /><Relationship Type="http://schemas.openxmlformats.org/officeDocument/2006/relationships/slideLayout" Target="/ppt/slideLayouts/slideLayout3.xml" Id="R3669c0634a02423e" /><Relationship Type="http://schemas.openxmlformats.org/officeDocument/2006/relationships/slideLayout" Target="/ppt/slideLayouts/slideLayout4.xml" Id="R0a9380c99ddf4caf" /><Relationship Type="http://schemas.openxmlformats.org/officeDocument/2006/relationships/slideLayout" Target="/ppt/slideLayouts/slideLayout5.xml" Id="R21c33578938e4f56" /><Relationship Type="http://schemas.openxmlformats.org/officeDocument/2006/relationships/slideLayout" Target="/ppt/slideLayouts/slideLayout6.xml" Id="R19cb779e3cbc4a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1f0021a814c2a"/>
    <p:sldLayoutId xmlns:r="http://schemas.openxmlformats.org/officeDocument/2006/relationships" id="2147483650" r:id="R5d6c1408f1df4970"/>
    <p:sldLayoutId xmlns:r="http://schemas.openxmlformats.org/officeDocument/2006/relationships" id="2147483651" r:id="R3669c0634a02423e"/>
    <p:sldLayoutId xmlns:r="http://schemas.openxmlformats.org/officeDocument/2006/relationships" id="2147483652" r:id="R0a9380c99ddf4caf"/>
    <p:sldLayoutId xmlns:r="http://schemas.openxmlformats.org/officeDocument/2006/relationships" id="2147483653" r:id="R21c33578938e4f56"/>
    <p:sldLayoutId xmlns:r="http://schemas.openxmlformats.org/officeDocument/2006/relationships" id="2147483654" r:id="R19cb779e3cbc4a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66153a2214f48" /><Relationship Type="http://schemas.openxmlformats.org/officeDocument/2006/relationships/image" Target="/ppt/media/image.png" Id="R3a9b44ba9bba48b5" /><Relationship Type="http://schemas.openxmlformats.org/officeDocument/2006/relationships/image" Target="/ppt/media/image2.png" Id="Rfbec3c7b807a4f9f" /><Relationship Type="http://schemas.openxmlformats.org/officeDocument/2006/relationships/image" Target="/ppt/media/image3.png" Id="Redcac5dd52b9494e" /><Relationship Type="http://schemas.openxmlformats.org/officeDocument/2006/relationships/image" Target="/ppt/media/image4.png" Id="R31865463e76a4474" /><Relationship Type="http://schemas.openxmlformats.org/officeDocument/2006/relationships/image" Target="/ppt/media/image5.png" Id="Rd75b6a9f4b174bda" /><Relationship Type="http://schemas.openxmlformats.org/officeDocument/2006/relationships/image" Target="/ppt/media/image6.png" Id="R2e6e05127c904c9a" /><Relationship Type="http://schemas.openxmlformats.org/officeDocument/2006/relationships/image" Target="/ppt/media/image7.png" Id="R3b78e70a9f124f06" /><Relationship Type="http://schemas.openxmlformats.org/officeDocument/2006/relationships/image" Target="/ppt/media/image8.png" Id="R634f62ab85c44faf" /><Relationship Type="http://schemas.openxmlformats.org/officeDocument/2006/relationships/image" Target="/ppt/media/image9.png" Id="R13ea3742408e4a21" /><Relationship Type="http://schemas.openxmlformats.org/officeDocument/2006/relationships/image" Target="/ppt/media/image10.png" Id="R3326b3e5ba974274" /><Relationship Type="http://schemas.openxmlformats.org/officeDocument/2006/relationships/image" Target="/ppt/media/image11.png" Id="Rdb5f331f961440e3" /><Relationship Type="http://schemas.openxmlformats.org/officeDocument/2006/relationships/image" Target="/ppt/media/image12.png" Id="R8233b227d81e4a5b" /><Relationship Type="http://schemas.openxmlformats.org/officeDocument/2006/relationships/notesSlide" Target="/ppt/notesSlides/notesSlide1.xml" Id="Re7e62965a02f4f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63e782c4bf46d3" /><Relationship Type="http://schemas.openxmlformats.org/officeDocument/2006/relationships/image" Target="/ppt/media/image13.png" Id="Ree84e63b0e354362" /><Relationship Type="http://schemas.openxmlformats.org/officeDocument/2006/relationships/image" Target="/ppt/media/image14.png" Id="Ra88bedbd8e7c4d83" /><Relationship Type="http://schemas.openxmlformats.org/officeDocument/2006/relationships/image" Target="/ppt/media/image15.png" Id="Re4a2881681694bde" /><Relationship Type="http://schemas.openxmlformats.org/officeDocument/2006/relationships/image" Target="/ppt/media/image16.png" Id="Rfbc77f7770a34a86" /><Relationship Type="http://schemas.openxmlformats.org/officeDocument/2006/relationships/image" Target="/ppt/media/image17.png" Id="R81aab44889254b48" /><Relationship Type="http://schemas.openxmlformats.org/officeDocument/2006/relationships/image" Target="/ppt/media/image18.png" Id="R9dbbf83392464328" /><Relationship Type="http://schemas.openxmlformats.org/officeDocument/2006/relationships/image" Target="/ppt/media/image19.png" Id="R382d0cc141594010" /><Relationship Type="http://schemas.openxmlformats.org/officeDocument/2006/relationships/image" Target="/ppt/media/image20.png" Id="R563a6c8c22224d0f" /><Relationship Type="http://schemas.openxmlformats.org/officeDocument/2006/relationships/image" Target="/ppt/media/image21.png" Id="Rc5772ad522c2423b" /><Relationship Type="http://schemas.openxmlformats.org/officeDocument/2006/relationships/image" Target="/ppt/media/image22.png" Id="Rb6a0145f16984aed" /><Relationship Type="http://schemas.openxmlformats.org/officeDocument/2006/relationships/image" Target="/ppt/media/image23.png" Id="R0acfcc1182354850" /><Relationship Type="http://schemas.openxmlformats.org/officeDocument/2006/relationships/image" Target="/ppt/media/image24.png" Id="R17bae32b0e944de5" /><Relationship Type="http://schemas.openxmlformats.org/officeDocument/2006/relationships/image" Target="/ppt/media/image25.png" Id="R0f3e5235b9b44f6d" /><Relationship Type="http://schemas.openxmlformats.org/officeDocument/2006/relationships/image" Target="/ppt/media/image26.png" Id="R2a1e701622524904" /><Relationship Type="http://schemas.openxmlformats.org/officeDocument/2006/relationships/notesSlide" Target="/ppt/notesSlides/notesSlide2.xml" Id="Redb485cd212640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89c9005b046ac" /><Relationship Type="http://schemas.openxmlformats.org/officeDocument/2006/relationships/image" Target="/ppt/media/image27.png" Id="R3ba54ada65da4e2f" /><Relationship Type="http://schemas.openxmlformats.org/officeDocument/2006/relationships/image" Target="/ppt/media/image28.png" Id="R42da367a696f4eef" /><Relationship Type="http://schemas.openxmlformats.org/officeDocument/2006/relationships/image" Target="/ppt/media/image29.png" Id="R120d91d14bd643ee" /><Relationship Type="http://schemas.openxmlformats.org/officeDocument/2006/relationships/image" Target="/ppt/media/image30.png" Id="Rcfaac7d4bfda473e" /><Relationship Type="http://schemas.openxmlformats.org/officeDocument/2006/relationships/image" Target="/ppt/media/image31.png" Id="R5a306e8343994183" /><Relationship Type="http://schemas.openxmlformats.org/officeDocument/2006/relationships/image" Target="/ppt/media/image32.png" Id="Ra8deab1fd94046bd" /><Relationship Type="http://schemas.openxmlformats.org/officeDocument/2006/relationships/image" Target="/ppt/media/image33.png" Id="R454608b4fbc44edf" /><Relationship Type="http://schemas.openxmlformats.org/officeDocument/2006/relationships/image" Target="/ppt/media/image34.png" Id="Ra32b3709907443ae" /><Relationship Type="http://schemas.openxmlformats.org/officeDocument/2006/relationships/image" Target="/ppt/media/image35.png" Id="R96482e5b68784bd6" /><Relationship Type="http://schemas.openxmlformats.org/officeDocument/2006/relationships/image" Target="/ppt/media/image36.png" Id="R42d7cd39ed6d42f6" /><Relationship Type="http://schemas.openxmlformats.org/officeDocument/2006/relationships/image" Target="/ppt/media/image37.png" Id="R840a6612e3b54f85" /><Relationship Type="http://schemas.openxmlformats.org/officeDocument/2006/relationships/notesSlide" Target="/ppt/notesSlides/notesSlide3.xml" Id="Rb0197089a42f4b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b7d3b64b048b0" /><Relationship Type="http://schemas.openxmlformats.org/officeDocument/2006/relationships/image" Target="/ppt/media/image38.png" Id="R09b7d01159a7437e" /><Relationship Type="http://schemas.openxmlformats.org/officeDocument/2006/relationships/image" Target="/ppt/media/image39.png" Id="R7f623349673a462a" /><Relationship Type="http://schemas.openxmlformats.org/officeDocument/2006/relationships/image" Target="/ppt/media/image40.png" Id="R311994a712934b24" /><Relationship Type="http://schemas.openxmlformats.org/officeDocument/2006/relationships/image" Target="/ppt/media/image41.png" Id="R7fba8c432d644b45" /><Relationship Type="http://schemas.openxmlformats.org/officeDocument/2006/relationships/image" Target="/ppt/media/image42.png" Id="R8aae749ed7cf47c8" /><Relationship Type="http://schemas.openxmlformats.org/officeDocument/2006/relationships/image" Target="/ppt/media/image43.png" Id="Rbdecd2e9e39f4558" /><Relationship Type="http://schemas.openxmlformats.org/officeDocument/2006/relationships/image" Target="/ppt/media/image44.png" Id="R09b2f610e7e140f2" /><Relationship Type="http://schemas.openxmlformats.org/officeDocument/2006/relationships/image" Target="/ppt/media/image45.png" Id="R50d6073506e84857" /><Relationship Type="http://schemas.openxmlformats.org/officeDocument/2006/relationships/image" Target="/ppt/media/image46.png" Id="R3b5479587eac417c" /><Relationship Type="http://schemas.openxmlformats.org/officeDocument/2006/relationships/image" Target="/ppt/media/image47.png" Id="R540755f737034628" /><Relationship Type="http://schemas.openxmlformats.org/officeDocument/2006/relationships/notesSlide" Target="/ppt/notesSlides/notesSlide4.xml" Id="R2d64e7c7d85547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b39f82b6246f0" /><Relationship Type="http://schemas.openxmlformats.org/officeDocument/2006/relationships/image" Target="/ppt/media/image48.png" Id="R59117abc99f64fb6" /><Relationship Type="http://schemas.openxmlformats.org/officeDocument/2006/relationships/notesSlide" Target="/ppt/notesSlides/notesSlide5.xml" Id="Rd12048b1ec624a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08f1dff0840ae" /><Relationship Type="http://schemas.openxmlformats.org/officeDocument/2006/relationships/image" Target="/ppt/media/image49.png" Id="Radbc3d4751604847" /><Relationship Type="http://schemas.openxmlformats.org/officeDocument/2006/relationships/notesSlide" Target="/ppt/notesSlides/notesSlide6.xml" Id="Rc9f4d416f1e9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0feb034634ff6" /><Relationship Type="http://schemas.openxmlformats.org/officeDocument/2006/relationships/image" Target="/ppt/media/image50.png" Id="R8644c41ccb7e4169" /><Relationship Type="http://schemas.openxmlformats.org/officeDocument/2006/relationships/notesSlide" Target="/ppt/notesSlides/notesSlide7.xml" Id="R3ada415f59514b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36b664024467f" /><Relationship Type="http://schemas.openxmlformats.org/officeDocument/2006/relationships/image" Target="/ppt/media/image51.png" Id="Rd72ba8951340436a" /><Relationship Type="http://schemas.openxmlformats.org/officeDocument/2006/relationships/notesSlide" Target="/ppt/notesSlides/notesSlide8.xml" Id="R8acd620934814f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f17ab1a82439b" /><Relationship Type="http://schemas.openxmlformats.org/officeDocument/2006/relationships/image" Target="/ppt/media/image52.png" Id="Rabd9c7db6b994a93" /><Relationship Type="http://schemas.openxmlformats.org/officeDocument/2006/relationships/notesSlide" Target="/ppt/notesSlides/notesSlide9.xml" Id="R3c7e0777e7934c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b7460211b41f0" /><Relationship Type="http://schemas.openxmlformats.org/officeDocument/2006/relationships/image" Target="/ppt/media/image53.png" Id="Rf4002cc8c4294543" /><Relationship Type="http://schemas.openxmlformats.org/officeDocument/2006/relationships/notesSlide" Target="/ppt/notesSlides/notesSlide10.xml" Id="R5b76ba72ac584a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600f1b40546ee" /><Relationship Type="http://schemas.openxmlformats.org/officeDocument/2006/relationships/image" Target="/ppt/media/image54.png" Id="R5a533bb1a30844fd" /><Relationship Type="http://schemas.openxmlformats.org/officeDocument/2006/relationships/notesSlide" Target="/ppt/notesSlides/notesSlide11.xml" Id="Rb237ced693eb4d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f99c6ae75467c" /><Relationship Type="http://schemas.openxmlformats.org/officeDocument/2006/relationships/image" Target="/ppt/media/image55.png" Id="Ra4b93c5b7cb74a5f" /><Relationship Type="http://schemas.openxmlformats.org/officeDocument/2006/relationships/notesSlide" Target="/ppt/notesSlides/notesSlide12.xml" Id="R89d03955b68a4a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2b82fd40a4afd" /><Relationship Type="http://schemas.openxmlformats.org/officeDocument/2006/relationships/image" Target="/ppt/media/image56.png" Id="R767c310fc0054486" /><Relationship Type="http://schemas.openxmlformats.org/officeDocument/2006/relationships/notesSlide" Target="/ppt/notesSlides/notesSlide13.xml" Id="Rdf6d297445c04a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8120a3e7343c3" /><Relationship Type="http://schemas.openxmlformats.org/officeDocument/2006/relationships/image" Target="/ppt/media/image57.png" Id="Rfb3206dc80ac4d67" /><Relationship Type="http://schemas.openxmlformats.org/officeDocument/2006/relationships/notesSlide" Target="/ppt/notesSlides/notesSlide14.xml" Id="R86d18190fca542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725c1da204f6c" /><Relationship Type="http://schemas.openxmlformats.org/officeDocument/2006/relationships/image" Target="/ppt/media/image58.png" Id="R130d0f99ae6c4c4a" /><Relationship Type="http://schemas.openxmlformats.org/officeDocument/2006/relationships/notesSlide" Target="/ppt/notesSlides/notesSlide15.xml" Id="Rc547d7f13c124b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ffe6f16644db4" /><Relationship Type="http://schemas.openxmlformats.org/officeDocument/2006/relationships/image" Target="/ppt/media/image59.png" Id="Rc77957c1395f4d1f" /><Relationship Type="http://schemas.openxmlformats.org/officeDocument/2006/relationships/notesSlide" Target="/ppt/notesSlides/notesSlide16.xml" Id="R088cb466adb54e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f8c95452944ee" /><Relationship Type="http://schemas.openxmlformats.org/officeDocument/2006/relationships/image" Target="/ppt/media/image60.png" Id="Rfe72eccc9dc34863" /><Relationship Type="http://schemas.openxmlformats.org/officeDocument/2006/relationships/notesSlide" Target="/ppt/notesSlides/notesSlide17.xml" Id="Rf208cb3e0f3b40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e549001d845df" /><Relationship Type="http://schemas.openxmlformats.org/officeDocument/2006/relationships/image" Target="/ppt/media/image61.png" Id="R41cc4d8caf8a446e" /><Relationship Type="http://schemas.openxmlformats.org/officeDocument/2006/relationships/notesSlide" Target="/ppt/notesSlides/notesSlide18.xml" Id="R5b23450ac4b542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ce6a113644e9b" /><Relationship Type="http://schemas.openxmlformats.org/officeDocument/2006/relationships/image" Target="/ppt/media/image62.png" Id="R3fb9c65ef87f43e7" /><Relationship Type="http://schemas.openxmlformats.org/officeDocument/2006/relationships/notesSlide" Target="/ppt/notesSlides/notesSlide19.xml" Id="Rd0ce35bd060646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6ba0a0ff64d2f" /><Relationship Type="http://schemas.openxmlformats.org/officeDocument/2006/relationships/image" Target="/ppt/media/image63.png" Id="R8461bc156ee046b5" /><Relationship Type="http://schemas.openxmlformats.org/officeDocument/2006/relationships/notesSlide" Target="/ppt/notesSlides/notesSlide20.xml" Id="Rd816fc90a32b4d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02ebbbf124054" /><Relationship Type="http://schemas.openxmlformats.org/officeDocument/2006/relationships/image" Target="/ppt/media/image64.png" Id="R8470c76f507543ef" /><Relationship Type="http://schemas.openxmlformats.org/officeDocument/2006/relationships/notesSlide" Target="/ppt/notesSlides/notesSlide21.xml" Id="R24d5e8d584aa49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ee5d2e6244c44" /><Relationship Type="http://schemas.openxmlformats.org/officeDocument/2006/relationships/image" Target="/ppt/media/image65.png" Id="R8c9e17bb22c4469b" /><Relationship Type="http://schemas.openxmlformats.org/officeDocument/2006/relationships/notesSlide" Target="/ppt/notesSlides/notesSlide22.xml" Id="R5672240aadb748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2aff309f7438f" /><Relationship Type="http://schemas.openxmlformats.org/officeDocument/2006/relationships/image" Target="/ppt/media/image66.png" Id="Rd98d8aad077b42f9" /><Relationship Type="http://schemas.openxmlformats.org/officeDocument/2006/relationships/notesSlide" Target="/ppt/notesSlides/notesSlide23.xml" Id="R24d5a4c07b0144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38208b2e84bf3" /><Relationship Type="http://schemas.openxmlformats.org/officeDocument/2006/relationships/image" Target="/ppt/media/image67.png" Id="R96f1529be29747b9" /><Relationship Type="http://schemas.openxmlformats.org/officeDocument/2006/relationships/notesSlide" Target="/ppt/notesSlides/notesSlide24.xml" Id="R0d925f8003a04d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23e1bc1ed4f7f" /><Relationship Type="http://schemas.openxmlformats.org/officeDocument/2006/relationships/image" Target="/ppt/media/image68.png" Id="Ra66ce82d81eb4a08" /><Relationship Type="http://schemas.openxmlformats.org/officeDocument/2006/relationships/notesSlide" Target="/ppt/notesSlides/notesSlide25.xml" Id="R689785a393ef40d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9e0ff62df44af" /><Relationship Type="http://schemas.openxmlformats.org/officeDocument/2006/relationships/image" Target="/ppt/media/image69.png" Id="R42dcbaec8bfa400f" /><Relationship Type="http://schemas.openxmlformats.org/officeDocument/2006/relationships/notesSlide" Target="/ppt/notesSlides/notesSlide26.xml" Id="Rd5f297a581cf48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9bf21adfd4fc1" /><Relationship Type="http://schemas.openxmlformats.org/officeDocument/2006/relationships/image" Target="/ppt/media/image70.png" Id="R29a11c8a8c674a10" /><Relationship Type="http://schemas.openxmlformats.org/officeDocument/2006/relationships/notesSlide" Target="/ppt/notesSlides/notesSlide27.xml" Id="Rc8542b4e3caa4bf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8c4e08ad24edb" /><Relationship Type="http://schemas.openxmlformats.org/officeDocument/2006/relationships/image" Target="/ppt/media/image71.png" Id="R66813952d8704dd6" /><Relationship Type="http://schemas.openxmlformats.org/officeDocument/2006/relationships/notesSlide" Target="/ppt/notesSlides/notesSlide28.xml" Id="Rb799f1876dc44fa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daf52a6534476" /><Relationship Type="http://schemas.openxmlformats.org/officeDocument/2006/relationships/image" Target="/ppt/media/image72.png" Id="Ra365f0a650af4979" /><Relationship Type="http://schemas.openxmlformats.org/officeDocument/2006/relationships/notesSlide" Target="/ppt/notesSlides/notesSlide29.xml" Id="Rb1916c8c867847c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2781be4f84ee3" /><Relationship Type="http://schemas.openxmlformats.org/officeDocument/2006/relationships/image" Target="/ppt/media/image73.png" Id="R6758a8cc11db4883" /><Relationship Type="http://schemas.openxmlformats.org/officeDocument/2006/relationships/notesSlide" Target="/ppt/notesSlides/notesSlide30.xml" Id="R12cf58cf9b5e44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9af096a1844dc" /><Relationship Type="http://schemas.openxmlformats.org/officeDocument/2006/relationships/image" Target="/ppt/media/image74.png" Id="Rdc231e46694c405d" /><Relationship Type="http://schemas.openxmlformats.org/officeDocument/2006/relationships/image" Target="/ppt/media/image75.png" Id="R4a634f47c4c744d4" /><Relationship Type="http://schemas.openxmlformats.org/officeDocument/2006/relationships/notesSlide" Target="/ppt/notesSlides/notesSlide31.xml" Id="R0f1cc34927494be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e0d935c29446d" /><Relationship Type="http://schemas.openxmlformats.org/officeDocument/2006/relationships/image" Target="/ppt/media/image76.png" Id="R0d6cc210b7104600" /><Relationship Type="http://schemas.openxmlformats.org/officeDocument/2006/relationships/image" Target="/ppt/media/image77.png" Id="Reecdf0b658664d98" /><Relationship Type="http://schemas.openxmlformats.org/officeDocument/2006/relationships/notesSlide" Target="/ppt/notesSlides/notesSlide32.xml" Id="R73a3654beb8b45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d5d1e0f4741e8" /><Relationship Type="http://schemas.openxmlformats.org/officeDocument/2006/relationships/image" Target="/ppt/media/image78.png" Id="Re9a672abbba241cf" /><Relationship Type="http://schemas.openxmlformats.org/officeDocument/2006/relationships/image" Target="/ppt/media/image79.png" Id="R6dd9791fa53342e6" /><Relationship Type="http://schemas.openxmlformats.org/officeDocument/2006/relationships/notesSlide" Target="/ppt/notesSlides/notesSlide33.xml" Id="R9f0572f549f04b0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947388a36467f" /><Relationship Type="http://schemas.openxmlformats.org/officeDocument/2006/relationships/image" Target="/ppt/media/image80.png" Id="R6c0a3a4719c34e21" /><Relationship Type="http://schemas.openxmlformats.org/officeDocument/2006/relationships/image" Target="/ppt/media/image81.png" Id="Rf8595e180cb74be7" /><Relationship Type="http://schemas.openxmlformats.org/officeDocument/2006/relationships/notesSlide" Target="/ppt/notesSlides/notesSlide34.xml" Id="R6134b92fa95c403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bc0176b9f4d94" /><Relationship Type="http://schemas.openxmlformats.org/officeDocument/2006/relationships/image" Target="/ppt/media/image82.png" Id="Rb395fcf07eee439d" /><Relationship Type="http://schemas.openxmlformats.org/officeDocument/2006/relationships/image" Target="/ppt/media/image83.png" Id="Recd906fa2de94c8f" /><Relationship Type="http://schemas.openxmlformats.org/officeDocument/2006/relationships/notesSlide" Target="/ppt/notesSlides/notesSlide35.xml" Id="Re43729c734a840d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f78745fb34a11" /><Relationship Type="http://schemas.openxmlformats.org/officeDocument/2006/relationships/image" Target="/ppt/media/image84.png" Id="R6ab5cd8e72464b04" /><Relationship Type="http://schemas.openxmlformats.org/officeDocument/2006/relationships/notesSlide" Target="/ppt/notesSlides/notesSlide36.xml" Id="Rb1398d780567492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22f3878984cea" /><Relationship Type="http://schemas.openxmlformats.org/officeDocument/2006/relationships/image" Target="/ppt/media/image85.png" Id="R0891948faedb44fc" /><Relationship Type="http://schemas.openxmlformats.org/officeDocument/2006/relationships/notesSlide" Target="/ppt/notesSlides/notesSlide37.xml" Id="R2435d5c995584e7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089792b0a4708" /><Relationship Type="http://schemas.openxmlformats.org/officeDocument/2006/relationships/image" Target="/ppt/media/image86.png" Id="Raaea88e3ef14491f" /><Relationship Type="http://schemas.openxmlformats.org/officeDocument/2006/relationships/notesSlide" Target="/ppt/notesSlides/notesSlide38.xml" Id="R34149b099783410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4cac8a09b44ed" /><Relationship Type="http://schemas.openxmlformats.org/officeDocument/2006/relationships/image" Target="/ppt/media/image87.png" Id="R0551c6af4e004ea9" /><Relationship Type="http://schemas.openxmlformats.org/officeDocument/2006/relationships/notesSlide" Target="/ppt/notesSlides/notesSlide39.xml" Id="R849dd0367cca465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a53f0b19b4120" /><Relationship Type="http://schemas.openxmlformats.org/officeDocument/2006/relationships/image" Target="/ppt/media/image88.png" Id="R3f20cc5cf29147b3" /><Relationship Type="http://schemas.openxmlformats.org/officeDocument/2006/relationships/notesSlide" Target="/ppt/notesSlides/notesSlide40.xml" Id="Rfd25bff7ace14c0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28fafe33f4628" /><Relationship Type="http://schemas.openxmlformats.org/officeDocument/2006/relationships/image" Target="/ppt/media/image89.png" Id="R7343f8322feb4d97" /><Relationship Type="http://schemas.openxmlformats.org/officeDocument/2006/relationships/notesSlide" Target="/ppt/notesSlides/notesSlide41.xml" Id="Ra98362f78828429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fa9d4f7ab4a84" /><Relationship Type="http://schemas.openxmlformats.org/officeDocument/2006/relationships/image" Target="/ppt/media/image90.png" Id="Rc578305ce8464c7f" /><Relationship Type="http://schemas.openxmlformats.org/officeDocument/2006/relationships/notesSlide" Target="/ppt/notesSlides/notesSlide42.xml" Id="R7cc5fe17636449e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1308825e8451e" /><Relationship Type="http://schemas.openxmlformats.org/officeDocument/2006/relationships/image" Target="/ppt/media/image91.png" Id="R1bae3427a11b4559" /><Relationship Type="http://schemas.openxmlformats.org/officeDocument/2006/relationships/notesSlide" Target="/ppt/notesSlides/notesSlide43.xml" Id="Rbe06ea5a9efe458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ecd2d46a94e3c" /><Relationship Type="http://schemas.openxmlformats.org/officeDocument/2006/relationships/image" Target="/ppt/media/image92.png" Id="R7940a558dcaa4f98" /><Relationship Type="http://schemas.openxmlformats.org/officeDocument/2006/relationships/notesSlide" Target="/ppt/notesSlides/notesSlide44.xml" Id="R36e4bc8bed984da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ceb1c217a414f" /><Relationship Type="http://schemas.openxmlformats.org/officeDocument/2006/relationships/image" Target="/ppt/media/image93.png" Id="R574c054898eb4a36" /><Relationship Type="http://schemas.openxmlformats.org/officeDocument/2006/relationships/notesSlide" Target="/ppt/notesSlides/notesSlide45.xml" Id="R6808cc8404624d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960494-BB81-4DA2-BD6D-8D28CFE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79101-81BC-4B02-B1B4-627391703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b44ba9bba48b5"/>
          <a:stretch xmlns:a="http://schemas.openxmlformats.org/drawingml/2006/main"/>
        </p:blipFill>
        <p:spPr>
          <a:xfrm xmlns:a="http://schemas.openxmlformats.org/drawingml/2006/main">
            <a:off x="1603595" y="1258888"/>
            <a:ext cx="13937811" cy="560652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8E480-A189-4790-B93F-303141B60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c3c7b807a4f9f"/>
          <a:stretch xmlns:a="http://schemas.openxmlformats.org/drawingml/2006/main"/>
        </p:blipFill>
        <p:spPr>
          <a:xfrm xmlns:a="http://schemas.openxmlformats.org/drawingml/2006/main">
            <a:off x="1027238" y="7210425"/>
            <a:ext cx="3618720" cy="2717006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FCEF7-A61A-4112-918A-E47D38F17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ac5dd52b9494e"/>
          <a:stretch xmlns:a="http://schemas.openxmlformats.org/drawingml/2006/main"/>
        </p:blipFill>
        <p:spPr>
          <a:xfrm xmlns:a="http://schemas.openxmlformats.org/drawingml/2006/main">
            <a:off x="4895210" y="7210425"/>
            <a:ext cx="3559397" cy="2717006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E00C3-67C8-4068-92B4-9B83A2B5B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65463e76a4474"/>
          <a:stretch xmlns:a="http://schemas.openxmlformats.org/drawingml/2006/main"/>
        </p:blipFill>
        <p:spPr>
          <a:xfrm xmlns:a="http://schemas.openxmlformats.org/drawingml/2006/main">
            <a:off x="8701881" y="7217800"/>
            <a:ext cx="3622675" cy="270225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62C53-5253-446F-AC9F-0FB472730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b6a9f4b174bda"/>
          <a:stretch xmlns:a="http://schemas.openxmlformats.org/drawingml/2006/main"/>
        </p:blipFill>
        <p:spPr>
          <a:xfrm xmlns:a="http://schemas.openxmlformats.org/drawingml/2006/main">
            <a:off x="12559710" y="7210425"/>
            <a:ext cx="3583638" cy="2717006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D43F-A737-445A-A8DC-C7C7EFC5B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e05127c904c9a"/>
          <a:stretch xmlns:a="http://schemas.openxmlformats.org/drawingml/2006/main"/>
        </p:blipFill>
        <p:spPr>
          <a:xfrm xmlns:a="http://schemas.openxmlformats.org/drawingml/2006/main">
            <a:off x="1285640" y="10617465"/>
            <a:ext cx="2377380" cy="211322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EB679-3256-469E-A915-E1B65151E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8e70a9f124f06"/>
          <a:stretch xmlns:a="http://schemas.openxmlformats.org/drawingml/2006/main"/>
        </p:blipFill>
        <p:spPr>
          <a:xfrm xmlns:a="http://schemas.openxmlformats.org/drawingml/2006/main">
            <a:off x="4304536" y="10617465"/>
            <a:ext cx="2377380" cy="2113227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864D6-469B-468A-9540-16D58B523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f62ab85c44faf"/>
          <a:stretch xmlns:a="http://schemas.openxmlformats.org/drawingml/2006/main"/>
        </p:blipFill>
        <p:spPr>
          <a:xfrm xmlns:a="http://schemas.openxmlformats.org/drawingml/2006/main">
            <a:off x="7323432" y="10617465"/>
            <a:ext cx="2377380" cy="2113227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CE0C3-C515-45F1-A002-7DEAE89A26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a3742408e4a21"/>
          <a:stretch xmlns:a="http://schemas.openxmlformats.org/drawingml/2006/main"/>
        </p:blipFill>
        <p:spPr>
          <a:xfrm xmlns:a="http://schemas.openxmlformats.org/drawingml/2006/main">
            <a:off x="10342328" y="10617465"/>
            <a:ext cx="2377380" cy="2113227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35EA2-7939-447A-9089-7644E3172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6b3e5ba974274"/>
          <a:stretch xmlns:a="http://schemas.openxmlformats.org/drawingml/2006/main"/>
        </p:blipFill>
        <p:spPr>
          <a:xfrm xmlns:a="http://schemas.openxmlformats.org/drawingml/2006/main">
            <a:off x="13361224" y="10617465"/>
            <a:ext cx="2377380" cy="2113227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FBAF8-74F3-4B95-9837-1FA56A4D8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f331f961440e3"/>
          <a:stretch xmlns:a="http://schemas.openxmlformats.org/drawingml/2006/main"/>
        </p:blipFill>
        <p:spPr>
          <a:xfrm xmlns:a="http://schemas.openxmlformats.org/drawingml/2006/main">
            <a:off x="1930929" y="13248217"/>
            <a:ext cx="6167173" cy="2328862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8A916-3EBE-4E60-B798-522A840E7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3b227d81e4a5b"/>
          <a:stretch xmlns:a="http://schemas.openxmlformats.org/drawingml/2006/main"/>
        </p:blipFill>
        <p:spPr>
          <a:xfrm xmlns:a="http://schemas.openxmlformats.org/drawingml/2006/main">
            <a:off x="9693804" y="13248217"/>
            <a:ext cx="6167173" cy="2328862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72AAC-8905-43F7-A8BE-43DE4708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60" y="10143067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6AA6F-1130-433F-9861-13BF707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642" y="12816946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FF8CB-7B7E-4B72-8EB6-EC05BCC5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17" y="12816946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4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C1754-C552-4FBB-96BA-067388E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29" y="10143067"/>
            <a:ext cx="1121304" cy="4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417A8-D12C-484F-96AA-7501ED1F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10143067"/>
            <a:ext cx="1121304" cy="4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33029-BE11-4DD3-8DAC-D14766F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21" y="10143067"/>
            <a:ext cx="1121304" cy="4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46583-67FF-458B-9C27-6E1C0244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7617" y="10143067"/>
            <a:ext cx="1121304" cy="4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D5396-0E93-4544-B094-7363B81B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513" y="10143067"/>
            <a:ext cx="1121304" cy="4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FF578-75D1-47BB-8D30-7CC44094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29" y="15922096"/>
            <a:ext cx="6167173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Raman shift (cm⁻¹)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24E17-B14A-44A8-A8DB-2D94A747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04" y="15922096"/>
            <a:ext cx="6167173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Binding energy (eV)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0E2D6-62FC-4F5F-B320-2895AB25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29" y="13248217"/>
            <a:ext cx="0" cy="2328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0DFAF-F5A6-4FE4-94B7-B1FEC9BF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29" y="15577079"/>
            <a:ext cx="61671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9379F-C4FF-4752-BBC0-FCA4A279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320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B3526-1D10-4E6D-AFA7-8E288E5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558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500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8499F-D206-48C9-BA18-4308F45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625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825C4-8165-4E1F-9A5C-E5B4FF8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862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1000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38E59-6A90-4E9C-A80D-CDC368BB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929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F32FC-C709-43CE-B703-B6B9DFB7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166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1500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07F45-9739-42E9-BE55-FBDE403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233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DBAA1-81FC-42A6-85A6-85CC651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470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8568B5-C78A-4914-A0F5-E49CE9D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537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D8A087-F436-4A34-97FE-1AD07945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775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2500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B795D3-9C7B-433F-A4BB-D46A6005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841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85183-8DDE-4372-9A05-F652A2C9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079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3000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F41950-5804-490A-B5BC-E88EAF10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07735" y="14067631"/>
            <a:ext cx="1897592" cy="388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Intensity (a.u.)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6AD4E5-D2D8-4CDD-B944-774CA49E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04" y="13248217"/>
            <a:ext cx="0" cy="2328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5C9AF3-0F7E-4318-9F7B-89B703E1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04" y="15577079"/>
            <a:ext cx="61671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CDA2A4-78FF-4C1F-8DAB-A08A85DA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04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BFB034-ADAD-42DC-A58C-359E5FB3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042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1000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492B20-CD65-4487-86CA-FD9E38D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239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273D0E-7991-460B-8F60-970048A0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476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800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3D1B69-4EDB-4DB3-928D-D473CFE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673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BCAA6A-CD3C-4368-924C-630680EE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911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600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4ABFA1-C8D1-47D2-A3C9-C40AD23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108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7DCCFD-8176-4741-8C3F-00462344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5345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400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C0F7F4-0A09-4D96-948E-1B85DA5F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543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6BB7F9-FFEA-4BDA-9031-E429A56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780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B8BDC5-365C-4F1E-83BC-7CF1D65A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977" y="15577079"/>
            <a:ext cx="0" cy="69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51">
            <a:solidFill>
              <a:srgbClr val="00000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2B8F72-6D2F-4AE9-9246-296D2496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215" y="15671959"/>
            <a:ext cx="603779" cy="2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6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66EF0B-B310-4553-808A-A00A045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270610" y="14067631"/>
            <a:ext cx="1897592" cy="388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02" b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Intensity (a.u.)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A2A9FB-0E8A-4C1A-9A0F-98D8A9BD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45" y="12575434"/>
            <a:ext cx="6201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127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10B5F0-15F5-4085-BB00-82A0C1E9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45" y="12195916"/>
            <a:ext cx="1250685" cy="34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100 μm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E20711-B7C4-4431-89F0-9FCD9C6E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041" y="12575434"/>
            <a:ext cx="6201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127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6E9531-37C5-4DD9-A0DC-BD3C27FA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041" y="12195916"/>
            <a:ext cx="1250685" cy="34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100 μm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A2514E-4557-4DC0-9913-6A2C974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937" y="12575434"/>
            <a:ext cx="6201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127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5B2152-5D1B-49CA-A3C2-412C45F6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937" y="12195916"/>
            <a:ext cx="1250685" cy="34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100 μm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8A8D1D-0AEA-488F-B208-6C8A7D89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833" y="12575434"/>
            <a:ext cx="6201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127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3E2885-5328-4883-8C7C-37F01F9D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833" y="12195916"/>
            <a:ext cx="1250685" cy="34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100 μm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58DFD9-39F6-4EF4-A739-69972A3C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4729" y="12575434"/>
            <a:ext cx="6201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127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797E93-5A9C-47CF-A3EC-F535B02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4729" y="12195916"/>
            <a:ext cx="1250685" cy="34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6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100 μm</a:t>
            </a:r>
          </a:p>
        </p:txBody>
      </p:sp>
    </p:spTree>
    <p:extLst>
      <p:ext uri="{BB962C8B-B14F-4D97-AF65-F5344CB8AC3E}">
        <p14:creationId xmlns:p14="http://schemas.microsoft.com/office/powerpoint/2010/main" val="39984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913DC-32C0-4A47-AD3C-D78D44D0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B4C7D-9702-4F70-93EF-ABECC7220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4e63b0e354362"/>
          <a:stretch xmlns:a="http://schemas.openxmlformats.org/drawingml/2006/main"/>
        </p:blipFill>
        <p:spPr>
          <a:xfrm xmlns:a="http://schemas.openxmlformats.org/drawingml/2006/main">
            <a:off x="2809961" y="1365843"/>
            <a:ext cx="3355083" cy="2622127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DB989-CEC8-4F8C-9FF4-361B7426FD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bedbd8e7c4d83"/>
          <a:stretch xmlns:a="http://schemas.openxmlformats.org/drawingml/2006/main"/>
        </p:blipFill>
        <p:spPr>
          <a:xfrm xmlns:a="http://schemas.openxmlformats.org/drawingml/2006/main">
            <a:off x="7068332" y="1365843"/>
            <a:ext cx="3118742" cy="262212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4EC1F-8C49-4E51-93D2-A029C695D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2881681694bde"/>
          <a:stretch xmlns:a="http://schemas.openxmlformats.org/drawingml/2006/main"/>
        </p:blipFill>
        <p:spPr>
          <a:xfrm xmlns:a="http://schemas.openxmlformats.org/drawingml/2006/main">
            <a:off x="11178735" y="1365843"/>
            <a:ext cx="3178335" cy="262212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01273-DD39-4788-85AD-D423A570A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77f7770a34a86"/>
          <a:stretch xmlns:a="http://schemas.openxmlformats.org/drawingml/2006/main"/>
        </p:blipFill>
        <p:spPr>
          <a:xfrm xmlns:a="http://schemas.openxmlformats.org/drawingml/2006/main">
            <a:off x="2848674" y="4470993"/>
            <a:ext cx="3277658" cy="2622127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08B61-C56A-4F40-8CE6-767F2B1D2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ab44889254b48"/>
          <a:stretch xmlns:a="http://schemas.openxmlformats.org/drawingml/2006/main"/>
        </p:blipFill>
        <p:spPr>
          <a:xfrm xmlns:a="http://schemas.openxmlformats.org/drawingml/2006/main">
            <a:off x="6888429" y="4470993"/>
            <a:ext cx="3478547" cy="2622127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8D32F-F6A4-4B3E-8304-35F10936F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bf83392464328"/>
          <a:stretch xmlns:a="http://schemas.openxmlformats.org/drawingml/2006/main"/>
        </p:blipFill>
        <p:spPr>
          <a:xfrm xmlns:a="http://schemas.openxmlformats.org/drawingml/2006/main">
            <a:off x="11122100" y="4470993"/>
            <a:ext cx="3291606" cy="262212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652B2-46E8-49E4-97FA-5A2BCB902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d0cc141594010"/>
          <a:stretch xmlns:a="http://schemas.openxmlformats.org/drawingml/2006/main"/>
        </p:blipFill>
        <p:spPr>
          <a:xfrm xmlns:a="http://schemas.openxmlformats.org/drawingml/2006/main">
            <a:off x="2790192" y="7576143"/>
            <a:ext cx="3394620" cy="2622127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39589-8532-465B-9CE6-CD7BBD169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a6c8c22224d0f"/>
          <a:stretch xmlns:a="http://schemas.openxmlformats.org/drawingml/2006/main"/>
        </p:blipFill>
        <p:spPr>
          <a:xfrm xmlns:a="http://schemas.openxmlformats.org/drawingml/2006/main">
            <a:off x="6844434" y="7576143"/>
            <a:ext cx="3566537" cy="2622127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57905-0767-4B1A-BAD0-2579ACE6C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72ad522c2423b"/>
          <a:stretch xmlns:a="http://schemas.openxmlformats.org/drawingml/2006/main"/>
        </p:blipFill>
        <p:spPr>
          <a:xfrm xmlns:a="http://schemas.openxmlformats.org/drawingml/2006/main">
            <a:off x="11192633" y="7576143"/>
            <a:ext cx="3150540" cy="2622127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06296-6991-4EA6-BC12-82ECF244E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0145f16984aed"/>
          <a:stretch xmlns:a="http://schemas.openxmlformats.org/drawingml/2006/main"/>
        </p:blipFill>
        <p:spPr>
          <a:xfrm xmlns:a="http://schemas.openxmlformats.org/drawingml/2006/main">
            <a:off x="2925278" y="10681293"/>
            <a:ext cx="3124450" cy="2622127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2B798-0726-478E-8538-C0C37F874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fcc1182354850"/>
          <a:stretch xmlns:a="http://schemas.openxmlformats.org/drawingml/2006/main"/>
        </p:blipFill>
        <p:spPr>
          <a:xfrm xmlns:a="http://schemas.openxmlformats.org/drawingml/2006/main">
            <a:off x="6792214" y="11286399"/>
            <a:ext cx="3670977" cy="1411914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13D93-55D7-416F-ADB2-4D0F80604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ae32b0e944de5"/>
          <a:stretch xmlns:a="http://schemas.openxmlformats.org/drawingml/2006/main"/>
        </p:blipFill>
        <p:spPr>
          <a:xfrm xmlns:a="http://schemas.openxmlformats.org/drawingml/2006/main">
            <a:off x="11112594" y="10681293"/>
            <a:ext cx="3310618" cy="2622127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C951E-E6B7-44FA-BED3-27CC6C9364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e5235b9b44f6d"/>
          <a:stretch xmlns:a="http://schemas.openxmlformats.org/drawingml/2006/main"/>
        </p:blipFill>
        <p:spPr>
          <a:xfrm xmlns:a="http://schemas.openxmlformats.org/drawingml/2006/main">
            <a:off x="2885605" y="13786443"/>
            <a:ext cx="3203796" cy="2622127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02781-59CA-4C39-A08B-60B4926D1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e701622524904"/>
          <a:stretch xmlns:a="http://schemas.openxmlformats.org/drawingml/2006/main"/>
        </p:blipFill>
        <p:spPr>
          <a:xfrm xmlns:a="http://schemas.openxmlformats.org/drawingml/2006/main">
            <a:off x="6924244" y="13786443"/>
            <a:ext cx="3406918" cy="262212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C6ECD-3726-4245-A859-1F02C49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04" y="10346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35078-DE76-43B1-81D0-AA0B116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204" y="10346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ADF15-85B5-4077-9EF0-177BD8B8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404" y="10346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0506E-E2FC-467B-994D-64A7063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04" y="413977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D892F-CFC0-41C9-8D2F-090A4DF7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204" y="413977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25A7A-6307-4146-9CCA-A4BF123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404" y="413977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BB1BE-CA03-414E-B234-099088A7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04" y="72449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5762E-2E22-4E9C-9AAC-2183D2D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204" y="72449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BF49C-E0D7-465E-9DD1-2B5070CA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404" y="72449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E7F7B-F7E6-48E5-AA67-A2BA97AA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04" y="1035007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j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0D860-2708-4865-97C8-1B7D69A8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204" y="1035007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5260A-6A70-4CB9-BF72-7759F96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404" y="1035007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41080-2B41-4C3C-AA3C-5213415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04" y="134552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5ADF7-132E-45BD-A088-71954DCA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204" y="13455227"/>
            <a:ext cx="379518" cy="379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47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613160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B49E2-C1A3-41BC-9332-56AFE959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B8911-AEF9-44C8-A601-24104E0FC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54ada65da4e2f"/>
          <a:stretch xmlns:a="http://schemas.openxmlformats.org/drawingml/2006/main"/>
        </p:blipFill>
        <p:spPr>
          <a:xfrm xmlns:a="http://schemas.openxmlformats.org/drawingml/2006/main">
            <a:off x="1524871" y="1457272"/>
            <a:ext cx="3882764" cy="3277658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FDDEF-3C1F-4E6C-AB3C-6BEEB4260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a367a696f4eef"/>
          <a:stretch xmlns:a="http://schemas.openxmlformats.org/drawingml/2006/main"/>
        </p:blipFill>
        <p:spPr>
          <a:xfrm xmlns:a="http://schemas.openxmlformats.org/drawingml/2006/main">
            <a:off x="6719123" y="1457272"/>
            <a:ext cx="3844761" cy="3277658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C841-9557-432D-8C59-522025182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d91d14bd643ee"/>
          <a:stretch xmlns:a="http://schemas.openxmlformats.org/drawingml/2006/main"/>
        </p:blipFill>
        <p:spPr>
          <a:xfrm xmlns:a="http://schemas.openxmlformats.org/drawingml/2006/main">
            <a:off x="11754518" y="1457272"/>
            <a:ext cx="4124470" cy="327765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01B1A-6796-418A-9FD4-40F949B95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ac7d4bfda473e"/>
          <a:stretch xmlns:a="http://schemas.openxmlformats.org/drawingml/2006/main"/>
        </p:blipFill>
        <p:spPr>
          <a:xfrm xmlns:a="http://schemas.openxmlformats.org/drawingml/2006/main">
            <a:off x="1599540" y="5338710"/>
            <a:ext cx="3733427" cy="3277658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A2F8-F134-484E-A089-F7D24C88F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06e8343994183"/>
          <a:stretch xmlns:a="http://schemas.openxmlformats.org/drawingml/2006/main"/>
        </p:blipFill>
        <p:spPr>
          <a:xfrm xmlns:a="http://schemas.openxmlformats.org/drawingml/2006/main">
            <a:off x="6626707" y="5338710"/>
            <a:ext cx="4029592" cy="327765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A7524-7B78-417B-BC12-37C67F582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eab1fd94046bd"/>
          <a:stretch xmlns:a="http://schemas.openxmlformats.org/drawingml/2006/main"/>
        </p:blipFill>
        <p:spPr>
          <a:xfrm xmlns:a="http://schemas.openxmlformats.org/drawingml/2006/main">
            <a:off x="12097105" y="5338710"/>
            <a:ext cx="3439296" cy="327765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0EF4E-3AD4-4DF4-8F10-0782523A1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608b4fbc44edf"/>
          <a:stretch xmlns:a="http://schemas.openxmlformats.org/drawingml/2006/main"/>
        </p:blipFill>
        <p:spPr>
          <a:xfrm xmlns:a="http://schemas.openxmlformats.org/drawingml/2006/main">
            <a:off x="1818753" y="9220147"/>
            <a:ext cx="3295000" cy="327765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194CE-448B-4422-8BDC-E0E62067C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b3709907443ae"/>
          <a:stretch xmlns:a="http://schemas.openxmlformats.org/drawingml/2006/main"/>
        </p:blipFill>
        <p:spPr>
          <a:xfrm xmlns:a="http://schemas.openxmlformats.org/drawingml/2006/main">
            <a:off x="6886537" y="9220147"/>
            <a:ext cx="3509933" cy="3277658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6A2C9-99F4-457E-9EBE-6A5628E7B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82e5b68784bd6"/>
          <a:stretch xmlns:a="http://schemas.openxmlformats.org/drawingml/2006/main"/>
        </p:blipFill>
        <p:spPr>
          <a:xfrm xmlns:a="http://schemas.openxmlformats.org/drawingml/2006/main">
            <a:off x="11840969" y="9220147"/>
            <a:ext cx="3951569" cy="3277658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3A95C-351C-46D8-ADF5-B70D9090FE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7cd39ed6d42f6"/>
          <a:stretch xmlns:a="http://schemas.openxmlformats.org/drawingml/2006/main"/>
        </p:blipFill>
        <p:spPr>
          <a:xfrm xmlns:a="http://schemas.openxmlformats.org/drawingml/2006/main">
            <a:off x="1517517" y="13101585"/>
            <a:ext cx="3897472" cy="3277658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6908-7712-4644-B5F6-953313F7F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a6612e3b54f85"/>
          <a:stretch xmlns:a="http://schemas.openxmlformats.org/drawingml/2006/main"/>
        </p:blipFill>
        <p:spPr>
          <a:xfrm xmlns:a="http://schemas.openxmlformats.org/drawingml/2006/main">
            <a:off x="6575841" y="13101585"/>
            <a:ext cx="4131325" cy="327765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2EC1B-B3C1-4261-8B88-AA5A810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" y="1043252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0A587-11B3-4A3C-BE85-79C5685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1043252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B0C56-C269-4B7D-983F-D1D9E74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630" y="1043252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41485-1B9B-4E68-A523-DA1C1150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" y="4924690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7C91D-54E9-46B4-A509-75C5E89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924690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E8C9-02AD-460C-A9A6-75BBBA02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630" y="4924690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29A7F-7E01-42D7-8357-61E8FF3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" y="8806127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4CBCC-F9DB-4B28-9751-6B67892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8806127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563AB-56F2-44F8-A43B-E62AAE4C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630" y="8806127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AF39D-41F7-4837-B768-A00CA2F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" y="12687565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F6AF9-AA3F-4561-A447-9FBC14D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12687565"/>
            <a:ext cx="474398" cy="4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09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23402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506B0-9F88-41E7-A67D-5C2D610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172BE-712F-42F7-BFCD-2F14BD35B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7d01159a7437e"/>
          <a:stretch xmlns:a="http://schemas.openxmlformats.org/drawingml/2006/main"/>
        </p:blipFill>
        <p:spPr>
          <a:xfrm xmlns:a="http://schemas.openxmlformats.org/drawingml/2006/main">
            <a:off x="1631799" y="1360994"/>
            <a:ext cx="2702861" cy="2618397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7746B-5B15-453F-86A4-A1918BA7A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3349673a462a"/>
          <a:stretch xmlns:a="http://schemas.openxmlformats.org/drawingml/2006/main"/>
        </p:blipFill>
        <p:spPr>
          <a:xfrm xmlns:a="http://schemas.openxmlformats.org/drawingml/2006/main">
            <a:off x="5658462" y="1360994"/>
            <a:ext cx="3041834" cy="261839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62E9-3B02-49FE-934C-74F4865F90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994a712934b24"/>
          <a:stretch xmlns:a="http://schemas.openxmlformats.org/drawingml/2006/main"/>
        </p:blipFill>
        <p:spPr>
          <a:xfrm xmlns:a="http://schemas.openxmlformats.org/drawingml/2006/main">
            <a:off x="10636669" y="1360994"/>
            <a:ext cx="4415020" cy="261839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962D9-9A2E-40CC-BDA1-2D9A5248B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a8c432d644b45"/>
          <a:stretch xmlns:a="http://schemas.openxmlformats.org/drawingml/2006/main"/>
        </p:blipFill>
        <p:spPr>
          <a:xfrm xmlns:a="http://schemas.openxmlformats.org/drawingml/2006/main">
            <a:off x="2526743" y="4466144"/>
            <a:ext cx="10815885" cy="245055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ED076-4921-4761-BB9C-29C4DE309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e749ed7cf47c8"/>
          <a:stretch xmlns:a="http://schemas.openxmlformats.org/drawingml/2006/main"/>
        </p:blipFill>
        <p:spPr>
          <a:xfrm xmlns:a="http://schemas.openxmlformats.org/drawingml/2006/main">
            <a:off x="2569834" y="7403448"/>
            <a:ext cx="10729703" cy="2450551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B8B12-F189-47EB-A4A9-56A088054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cd2e9e39f4558"/>
          <a:stretch xmlns:a="http://schemas.openxmlformats.org/drawingml/2006/main"/>
        </p:blipFill>
        <p:spPr>
          <a:xfrm xmlns:a="http://schemas.openxmlformats.org/drawingml/2006/main">
            <a:off x="2080000" y="10340752"/>
            <a:ext cx="11709371" cy="2450551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1D95F-D83F-4AE4-B343-C7F0E03B2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2f610e7e140f2"/>
          <a:stretch xmlns:a="http://schemas.openxmlformats.org/drawingml/2006/main"/>
        </p:blipFill>
        <p:spPr>
          <a:xfrm xmlns:a="http://schemas.openxmlformats.org/drawingml/2006/main">
            <a:off x="1394684" y="13278056"/>
            <a:ext cx="3177092" cy="312193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97E9B-E9DE-4A18-91B3-F73D29774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6073506e84857"/>
          <a:stretch xmlns:a="http://schemas.openxmlformats.org/drawingml/2006/main"/>
        </p:blipFill>
        <p:spPr>
          <a:xfrm xmlns:a="http://schemas.openxmlformats.org/drawingml/2006/main">
            <a:off x="5749331" y="13278056"/>
            <a:ext cx="9573933" cy="312193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B6220-0E49-405E-BB38-83B363BD4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479587eac417c"/>
          <a:stretch xmlns:a="http://schemas.openxmlformats.org/drawingml/2006/main"/>
        </p:blipFill>
        <p:spPr>
          <a:xfrm xmlns:a="http://schemas.openxmlformats.org/drawingml/2006/main">
            <a:off x="14832809" y="4818620"/>
            <a:ext cx="1158827" cy="402830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D1D05-63DF-4427-BD1B-DF8228D627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755f737034628"/>
          <a:stretch xmlns:a="http://schemas.openxmlformats.org/drawingml/2006/main"/>
        </p:blipFill>
        <p:spPr>
          <a:xfrm xmlns:a="http://schemas.openxmlformats.org/drawingml/2006/main">
            <a:off x="14818578" y="9014769"/>
            <a:ext cx="1187289" cy="402830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3A23C-9CAE-4904-9CD6-69DC209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55" y="1000125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D5DEB-233A-4F2D-AECE-6AAF771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889" y="1000125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7750B-0175-48B8-9FB1-8CC03241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653" y="1000125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70EAD-070C-4147-9C83-758B3D7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55" y="4105275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3AA96-397B-44D7-B159-CFF7FAAC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55" y="7042579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96539-9CE4-4EB4-AB0E-F5E92C1D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55" y="9979883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C2DDC-9D37-409E-A470-505B8BFD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55" y="12917187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84EE4-E5AE-4F5F-AC05-01CF655C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889" y="12917187"/>
            <a:ext cx="461576" cy="3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15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400103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BF5E9-4EF0-4A9A-9274-0FA1FFFF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11269-BCCB-4392-885A-8BDEF17217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17abc99f64fb6"/>
          <a:stretch xmlns:a="http://schemas.openxmlformats.org/drawingml/2006/main"/>
        </p:blipFill>
        <p:spPr>
          <a:xfrm xmlns:a="http://schemas.openxmlformats.org/drawingml/2006/main">
            <a:off x="1951617" y="1473654"/>
            <a:ext cx="13241767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52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416EA-E851-4369-AE77-AA824250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834CA-940A-4B4E-9E33-1722524FF4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c3d4751604847"/>
          <a:stretch xmlns:a="http://schemas.openxmlformats.org/drawingml/2006/main"/>
        </p:blipFill>
        <p:spPr>
          <a:xfrm xmlns:a="http://schemas.openxmlformats.org/drawingml/2006/main">
            <a:off x="1886322" y="1473654"/>
            <a:ext cx="1337235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93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2A0D-D77D-44F2-B2DA-871223E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27CF3-DC68-410A-ABC6-3B4EDA244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4c41ccb7e4169"/>
          <a:stretch xmlns:a="http://schemas.openxmlformats.org/drawingml/2006/main"/>
        </p:blipFill>
        <p:spPr>
          <a:xfrm xmlns:a="http://schemas.openxmlformats.org/drawingml/2006/main">
            <a:off x="2878643" y="1473654"/>
            <a:ext cx="11387714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5F09A-1AD6-45DD-9AB2-A38CAB87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23E25-D839-40D8-B1E6-C3845403FD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ba8951340436a"/>
          <a:stretch xmlns:a="http://schemas.openxmlformats.org/drawingml/2006/main"/>
        </p:blipFill>
        <p:spPr>
          <a:xfrm xmlns:a="http://schemas.openxmlformats.org/drawingml/2006/main">
            <a:off x="2944850" y="1473654"/>
            <a:ext cx="11255299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68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2919D-769D-47D4-955C-A7F543C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75ACA-371B-4EF8-BEE4-395D026E3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9c7db6b994a93"/>
          <a:stretch xmlns:a="http://schemas.openxmlformats.org/drawingml/2006/main"/>
        </p:blipFill>
        <p:spPr>
          <a:xfrm xmlns:a="http://schemas.openxmlformats.org/drawingml/2006/main">
            <a:off x="2895195" y="1473654"/>
            <a:ext cx="11354611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9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2D326-53C6-4DD8-A267-69C44578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BB14E-1B3F-4D29-A348-2201C1C0BF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02cc8c4294543"/>
          <a:stretch xmlns:a="http://schemas.openxmlformats.org/drawingml/2006/main"/>
        </p:blipFill>
        <p:spPr>
          <a:xfrm xmlns:a="http://schemas.openxmlformats.org/drawingml/2006/main">
            <a:off x="759279" y="3859301"/>
            <a:ext cx="15626443" cy="61198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684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068F1-A386-4AFD-84AF-164CF8C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575F6-1893-472D-A3A2-C00A6AB00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33bb1a30844fd"/>
          <a:stretch xmlns:a="http://schemas.openxmlformats.org/drawingml/2006/main"/>
        </p:blipFill>
        <p:spPr>
          <a:xfrm xmlns:a="http://schemas.openxmlformats.org/drawingml/2006/main">
            <a:off x="2359523" y="1473654"/>
            <a:ext cx="12425954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46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BBBFC-FCC5-47E0-A3DC-60CD2A8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E307C-B955-4DEB-BB1B-3EA7138B3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93c5b7cb74a5f"/>
          <a:stretch xmlns:a="http://schemas.openxmlformats.org/drawingml/2006/main"/>
        </p:blipFill>
        <p:spPr>
          <a:xfrm xmlns:a="http://schemas.openxmlformats.org/drawingml/2006/main">
            <a:off x="2020097" y="1473654"/>
            <a:ext cx="13104807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85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483F3-767D-4F62-B518-C798BC4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S09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A2473-063C-4989-899A-B84ED519C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c310fc0054486"/>
          <a:stretch xmlns:a="http://schemas.openxmlformats.org/drawingml/2006/main"/>
        </p:blipFill>
        <p:spPr>
          <a:xfrm xmlns:a="http://schemas.openxmlformats.org/drawingml/2006/main">
            <a:off x="2020097" y="1473654"/>
            <a:ext cx="13104807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390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D45AE-C60B-4BE7-B3CD-5EF9A10F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A4CF9-EBB7-4698-BD6C-8EB948802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206dc80ac4d67"/>
          <a:stretch xmlns:a="http://schemas.openxmlformats.org/drawingml/2006/main"/>
        </p:blipFill>
        <p:spPr>
          <a:xfrm xmlns:a="http://schemas.openxmlformats.org/drawingml/2006/main">
            <a:off x="2393016" y="1473654"/>
            <a:ext cx="12358968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735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2C40A-20D5-4DB1-B00A-DE29BFA9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80297-37A1-45CF-A92D-D34209661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d0f99ae6c4c4a"/>
          <a:stretch xmlns:a="http://schemas.openxmlformats.org/drawingml/2006/main"/>
        </p:blipFill>
        <p:spPr>
          <a:xfrm xmlns:a="http://schemas.openxmlformats.org/drawingml/2006/main">
            <a:off x="2055419" y="1473654"/>
            <a:ext cx="13034161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684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AB5C0-24EB-4FA1-A56F-6E6544CC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C373D-DFAB-4C2B-BDE1-F3F7A670F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957c1395f4d1f"/>
          <a:stretch xmlns:a="http://schemas.openxmlformats.org/drawingml/2006/main"/>
        </p:blipFill>
        <p:spPr>
          <a:xfrm xmlns:a="http://schemas.openxmlformats.org/drawingml/2006/main">
            <a:off x="2055419" y="1473654"/>
            <a:ext cx="13034161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521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58597-6611-46C7-9C0F-0A790B8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F4172-A0CB-4ADD-92DD-459C24AEA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2eccc9dc34863"/>
          <a:stretch xmlns:a="http://schemas.openxmlformats.org/drawingml/2006/main"/>
        </p:blipFill>
        <p:spPr>
          <a:xfrm xmlns:a="http://schemas.openxmlformats.org/drawingml/2006/main">
            <a:off x="2475190" y="1473654"/>
            <a:ext cx="12194620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10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B92E8-3BE7-495E-9D8D-65FAA980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09BEB-A819-4892-A146-2645B2957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c4d8caf8a446e"/>
          <a:stretch xmlns:a="http://schemas.openxmlformats.org/drawingml/2006/main"/>
        </p:blipFill>
        <p:spPr>
          <a:xfrm xmlns:a="http://schemas.openxmlformats.org/drawingml/2006/main">
            <a:off x="2142083" y="1473654"/>
            <a:ext cx="12860834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08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4212D-9097-4096-A816-C2C0280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145BE-CC80-4422-B131-072774C4D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9c65ef87f43e7"/>
          <a:stretch xmlns:a="http://schemas.openxmlformats.org/drawingml/2006/main"/>
        </p:blipFill>
        <p:spPr>
          <a:xfrm xmlns:a="http://schemas.openxmlformats.org/drawingml/2006/main">
            <a:off x="2142083" y="1473654"/>
            <a:ext cx="12860834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782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C1A35-EB27-4C4C-BA74-68D8A37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8DEF5-E264-496C-8C08-3872400CB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1bc156ee046b5"/>
          <a:stretch xmlns:a="http://schemas.openxmlformats.org/drawingml/2006/main"/>
        </p:blipFill>
        <p:spPr>
          <a:xfrm xmlns:a="http://schemas.openxmlformats.org/drawingml/2006/main">
            <a:off x="1648836" y="1473654"/>
            <a:ext cx="13847328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811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617E1-F70F-42CF-A5A2-C58AC7E8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3A192-DA5E-4427-8414-6F43259A3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0c76f507543ef"/>
          <a:stretch xmlns:a="http://schemas.openxmlformats.org/drawingml/2006/main"/>
        </p:blipFill>
        <p:spPr>
          <a:xfrm xmlns:a="http://schemas.openxmlformats.org/drawingml/2006/main">
            <a:off x="1286162" y="1473654"/>
            <a:ext cx="14572675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21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DC31D-F8E5-485E-96DD-5318029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E0E4F-0590-456C-A6D0-74BD89DEFE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e17bb22c4469b"/>
          <a:stretch xmlns:a="http://schemas.openxmlformats.org/drawingml/2006/main"/>
        </p:blipFill>
        <p:spPr>
          <a:xfrm xmlns:a="http://schemas.openxmlformats.org/drawingml/2006/main">
            <a:off x="1897275" y="1473654"/>
            <a:ext cx="13350451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939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CAF74-668F-4226-8C9B-8BE85312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S19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104B2-6349-4EF4-BE56-CF8F0CD2F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d8aad077b42f9"/>
          <a:stretch xmlns:a="http://schemas.openxmlformats.org/drawingml/2006/main"/>
        </p:blipFill>
        <p:spPr>
          <a:xfrm xmlns:a="http://schemas.openxmlformats.org/drawingml/2006/main">
            <a:off x="2497161" y="1473654"/>
            <a:ext cx="12150679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66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4F2A5-F1CE-4483-BFCE-102362EE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BA149-C351-4C1B-A7A1-6BDB76B45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1529be29747b9"/>
          <a:stretch xmlns:a="http://schemas.openxmlformats.org/drawingml/2006/main"/>
        </p:blipFill>
        <p:spPr>
          <a:xfrm xmlns:a="http://schemas.openxmlformats.org/drawingml/2006/main">
            <a:off x="1928894" y="1473654"/>
            <a:ext cx="13287212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882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E9BB3-D2FE-4E7B-AAC1-45F4CA7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A87C6-6D3E-494D-BF90-6C37C628E5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ce82d81eb4a08"/>
          <a:stretch xmlns:a="http://schemas.openxmlformats.org/drawingml/2006/main"/>
        </p:blipFill>
        <p:spPr>
          <a:xfrm xmlns:a="http://schemas.openxmlformats.org/drawingml/2006/main">
            <a:off x="1046889" y="1473654"/>
            <a:ext cx="15051222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153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67CC5-7F49-40DE-86E3-CEA2D5F4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1CB25-43E5-4F72-87DF-E89C3CBEE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cbaec8bfa400f"/>
          <a:stretch xmlns:a="http://schemas.openxmlformats.org/drawingml/2006/main"/>
        </p:blipFill>
        <p:spPr>
          <a:xfrm xmlns:a="http://schemas.openxmlformats.org/drawingml/2006/main">
            <a:off x="1162942" y="1473654"/>
            <a:ext cx="14819115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110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BF0E4-6EB1-4AE6-B3F4-B74DC8F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4D833-9182-4653-9BED-8793B8480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11c8a8c674a10"/>
          <a:stretch xmlns:a="http://schemas.openxmlformats.org/drawingml/2006/main"/>
        </p:blipFill>
        <p:spPr>
          <a:xfrm xmlns:a="http://schemas.openxmlformats.org/drawingml/2006/main">
            <a:off x="1785257" y="1473654"/>
            <a:ext cx="1357448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502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FF77-7947-4E0A-A98A-28011948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89121-1BDD-40D9-9A5E-048F23471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13952d8704dd6"/>
          <a:stretch xmlns:a="http://schemas.openxmlformats.org/drawingml/2006/main"/>
        </p:blipFill>
        <p:spPr>
          <a:xfrm xmlns:a="http://schemas.openxmlformats.org/drawingml/2006/main">
            <a:off x="1548493" y="1473654"/>
            <a:ext cx="14048014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432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9287B-0736-491B-91A7-E1A72CF1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1BDAA-8F5F-4F1C-8B62-94B272D16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5f0a650af4979"/>
          <a:stretch xmlns:a="http://schemas.openxmlformats.org/drawingml/2006/main"/>
        </p:blipFill>
        <p:spPr>
          <a:xfrm xmlns:a="http://schemas.openxmlformats.org/drawingml/2006/main">
            <a:off x="1725486" y="1473654"/>
            <a:ext cx="13694028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378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A0A11-3E83-4B1E-97EE-AC37D961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1B238-D40F-4810-B04A-7C39EF6D5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8a8cc11db4883"/>
          <a:stretch xmlns:a="http://schemas.openxmlformats.org/drawingml/2006/main"/>
        </p:blipFill>
        <p:spPr>
          <a:xfrm xmlns:a="http://schemas.openxmlformats.org/drawingml/2006/main">
            <a:off x="1565322" y="1473654"/>
            <a:ext cx="14014357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332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E22EA-2500-46C3-8243-1238B6E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04423-D9F7-40B1-A791-2650ACB93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31e46694c405d"/>
          <a:stretch xmlns:a="http://schemas.openxmlformats.org/drawingml/2006/main"/>
        </p:blipFill>
        <p:spPr>
          <a:xfrm xmlns:a="http://schemas.openxmlformats.org/drawingml/2006/main">
            <a:off x="522514" y="4035261"/>
            <a:ext cx="7813221" cy="564956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F451D-B6EB-4BEB-BD48-C0B1384790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34f47c4c744d4"/>
          <a:stretch xmlns:a="http://schemas.openxmlformats.org/drawingml/2006/main"/>
        </p:blipFill>
        <p:spPr>
          <a:xfrm xmlns:a="http://schemas.openxmlformats.org/drawingml/2006/main">
            <a:off x="8809264" y="4155464"/>
            <a:ext cx="7813221" cy="54091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B924C-8772-437B-A131-1471237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 absorber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BD095-C480-48DE-A376-92815603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6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Without absorber</a:t>
            </a:r>
          </a:p>
        </p:txBody>
      </p:sp>
    </p:spTree>
    <p:extLst>
      <p:ext uri="{BB962C8B-B14F-4D97-AF65-F5344CB8AC3E}">
        <p14:creationId xmlns:p14="http://schemas.microsoft.com/office/powerpoint/2010/main" val="16140247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241C1-41C2-48CD-AB62-D245DC5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34877-6013-49C1-A5BB-BB95EBC61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cc210b7104600"/>
          <a:stretch xmlns:a="http://schemas.openxmlformats.org/drawingml/2006/main"/>
        </p:blipFill>
        <p:spPr>
          <a:xfrm xmlns:a="http://schemas.openxmlformats.org/drawingml/2006/main">
            <a:off x="522514" y="4035261"/>
            <a:ext cx="7813221" cy="564956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EC1F5-4E7E-4024-BDE1-E535D8A2F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df0b658664d98"/>
          <a:stretch xmlns:a="http://schemas.openxmlformats.org/drawingml/2006/main"/>
        </p:blipFill>
        <p:spPr>
          <a:xfrm xmlns:a="http://schemas.openxmlformats.org/drawingml/2006/main">
            <a:off x="8809264" y="4155464"/>
            <a:ext cx="7813221" cy="54091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70198-8D3A-4480-97C1-0AD2977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 absorber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8DC66-8798-4FD2-AB64-E7E1C9B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6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Without absorber</a:t>
            </a:r>
          </a:p>
        </p:txBody>
      </p:sp>
    </p:spTree>
    <p:extLst>
      <p:ext uri="{BB962C8B-B14F-4D97-AF65-F5344CB8AC3E}">
        <p14:creationId xmlns:p14="http://schemas.microsoft.com/office/powerpoint/2010/main" val="404002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EA2C1-087A-4D29-AEBF-FAB2F32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S29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B2B8F-FE68-478E-8719-C6A21B3037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672abbba241cf"/>
          <a:stretch xmlns:a="http://schemas.openxmlformats.org/drawingml/2006/main"/>
        </p:blipFill>
        <p:spPr>
          <a:xfrm xmlns:a="http://schemas.openxmlformats.org/drawingml/2006/main">
            <a:off x="522514" y="4035261"/>
            <a:ext cx="7813221" cy="564956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E213A-23B0-4CD4-9FC6-35EB23636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9791fa53342e6"/>
          <a:stretch xmlns:a="http://schemas.openxmlformats.org/drawingml/2006/main"/>
        </p:blipFill>
        <p:spPr>
          <a:xfrm xmlns:a="http://schemas.openxmlformats.org/drawingml/2006/main">
            <a:off x="8809264" y="4155464"/>
            <a:ext cx="7813221" cy="54091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E3813-11C3-40F7-83A2-94FD0866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 absorber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63D0F-F056-42E0-BEBC-3E0FC37D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6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Without absorber</a:t>
            </a:r>
          </a:p>
        </p:txBody>
      </p:sp>
    </p:spTree>
    <p:extLst>
      <p:ext uri="{BB962C8B-B14F-4D97-AF65-F5344CB8AC3E}">
        <p14:creationId xmlns:p14="http://schemas.microsoft.com/office/powerpoint/2010/main" val="3814901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D63DA-E264-4B05-BBC9-056B74EE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B19C0-E12C-4273-A393-ACFB0AC15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a3a4719c34e21"/>
          <a:stretch xmlns:a="http://schemas.openxmlformats.org/drawingml/2006/main"/>
        </p:blipFill>
        <p:spPr>
          <a:xfrm xmlns:a="http://schemas.openxmlformats.org/drawingml/2006/main">
            <a:off x="522514" y="4035261"/>
            <a:ext cx="7813221" cy="564956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FB27A-AF12-499F-90FE-4AAD84D35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95e180cb74be7"/>
          <a:stretch xmlns:a="http://schemas.openxmlformats.org/drawingml/2006/main"/>
        </p:blipFill>
        <p:spPr>
          <a:xfrm xmlns:a="http://schemas.openxmlformats.org/drawingml/2006/main">
            <a:off x="8809264" y="4155464"/>
            <a:ext cx="7813221" cy="54091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3D68A-614C-4491-A901-67EF818C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 absorber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A0AE0-B69E-43AA-A7CD-8CEB2305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6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Without absorber</a:t>
            </a:r>
          </a:p>
        </p:txBody>
      </p:sp>
    </p:spTree>
    <p:extLst>
      <p:ext uri="{BB962C8B-B14F-4D97-AF65-F5344CB8AC3E}">
        <p14:creationId xmlns:p14="http://schemas.microsoft.com/office/powerpoint/2010/main" val="8119442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D8DF9-1653-428E-9AD7-2D1F2969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D5F3-CB37-4627-A042-8FE37B052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5fcf07eee439d"/>
          <a:stretch xmlns:a="http://schemas.openxmlformats.org/drawingml/2006/main"/>
        </p:blipFill>
        <p:spPr>
          <a:xfrm xmlns:a="http://schemas.openxmlformats.org/drawingml/2006/main">
            <a:off x="522514" y="4035261"/>
            <a:ext cx="7813221" cy="564956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9260E-C3F3-4E29-85F9-DFD9D4EC9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906fa2de94c8f"/>
          <a:stretch xmlns:a="http://schemas.openxmlformats.org/drawingml/2006/main"/>
        </p:blipFill>
        <p:spPr>
          <a:xfrm xmlns:a="http://schemas.openxmlformats.org/drawingml/2006/main">
            <a:off x="8809264" y="4155464"/>
            <a:ext cx="7813221" cy="54091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5A2BB-DC65-4DA3-8DC0-E003F066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 absorber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84822-E6D6-4447-86E7-788CE339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64" y="1000125"/>
            <a:ext cx="7813221" cy="59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3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Without absorber</a:t>
            </a:r>
          </a:p>
        </p:txBody>
      </p:sp>
    </p:spTree>
    <p:extLst>
      <p:ext uri="{BB962C8B-B14F-4D97-AF65-F5344CB8AC3E}">
        <p14:creationId xmlns:p14="http://schemas.microsoft.com/office/powerpoint/2010/main" val="16822729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D953E-9078-4AA3-B077-F4549AC9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13B1B-D015-4B40-A5B8-C167BD060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5cd8e72464b04"/>
          <a:stretch xmlns:a="http://schemas.openxmlformats.org/drawingml/2006/main"/>
        </p:blipFill>
        <p:spPr>
          <a:xfrm xmlns:a="http://schemas.openxmlformats.org/drawingml/2006/main">
            <a:off x="1274302" y="1473654"/>
            <a:ext cx="1459639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835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2D5F4-5ADA-40BA-B02F-4FA72A4C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68EDC-621D-41DD-AD92-F1DA64735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1948faedb44fc"/>
          <a:stretch xmlns:a="http://schemas.openxmlformats.org/drawingml/2006/main"/>
        </p:blipFill>
        <p:spPr>
          <a:xfrm xmlns:a="http://schemas.openxmlformats.org/drawingml/2006/main">
            <a:off x="1274302" y="1473654"/>
            <a:ext cx="1459639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020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7E824-615F-4993-AAE2-88118F37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0BE65-D43D-477B-8EAD-70D761011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88e3ef14491f"/>
          <a:stretch xmlns:a="http://schemas.openxmlformats.org/drawingml/2006/main"/>
        </p:blipFill>
        <p:spPr>
          <a:xfrm xmlns:a="http://schemas.openxmlformats.org/drawingml/2006/main">
            <a:off x="1274302" y="1473654"/>
            <a:ext cx="1459639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706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7A723-0E3C-4649-893F-15B8B31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66A4D-8A30-4447-8DFD-C078A0830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1c6af4e004ea9"/>
          <a:stretch xmlns:a="http://schemas.openxmlformats.org/drawingml/2006/main"/>
        </p:blipFill>
        <p:spPr>
          <a:xfrm xmlns:a="http://schemas.openxmlformats.org/drawingml/2006/main">
            <a:off x="1274302" y="1473654"/>
            <a:ext cx="1459639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48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D3F4-2960-4BD4-A1B9-18502E9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68E98-D81D-4232-9B2A-59A6BD3B30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0cc5cf29147b3"/>
          <a:stretch xmlns:a="http://schemas.openxmlformats.org/drawingml/2006/main"/>
        </p:blipFill>
        <p:spPr>
          <a:xfrm xmlns:a="http://schemas.openxmlformats.org/drawingml/2006/main">
            <a:off x="1274302" y="1473654"/>
            <a:ext cx="14596396" cy="10891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157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E52D7-F584-4E06-949A-F86758CF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4FCD7-CC2E-400A-883B-8CB79BBB8A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3f8322feb4d97"/>
          <a:stretch xmlns:a="http://schemas.openxmlformats.org/drawingml/2006/main"/>
        </p:blipFill>
        <p:spPr>
          <a:xfrm xmlns:a="http://schemas.openxmlformats.org/drawingml/2006/main">
            <a:off x="759279" y="2231299"/>
            <a:ext cx="15626443" cy="9375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76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4B716-4624-41B4-AC42-C65B916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D45E-39A6-4E91-9DBF-9A0D4CACC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8305ce8464c7f"/>
          <a:stretch xmlns:a="http://schemas.openxmlformats.org/drawingml/2006/main"/>
        </p:blipFill>
        <p:spPr>
          <a:xfrm xmlns:a="http://schemas.openxmlformats.org/drawingml/2006/main">
            <a:off x="759279" y="2231299"/>
            <a:ext cx="15626443" cy="9375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5685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6A26B-267C-42D8-BCB1-1650C41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S39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6D975-4A9F-4AC1-B91D-A6C9394A2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e3427a11b4559"/>
          <a:stretch xmlns:a="http://schemas.openxmlformats.org/drawingml/2006/main"/>
        </p:blipFill>
        <p:spPr>
          <a:xfrm xmlns:a="http://schemas.openxmlformats.org/drawingml/2006/main">
            <a:off x="759279" y="2231299"/>
            <a:ext cx="15626443" cy="9375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28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155E3-11E3-4D40-AB34-D9A70FC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S40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01EF0-F579-4BAB-A2BC-04E377EE3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0a558dcaa4f98"/>
          <a:stretch xmlns:a="http://schemas.openxmlformats.org/drawingml/2006/main"/>
        </p:blipFill>
        <p:spPr>
          <a:xfrm xmlns:a="http://schemas.openxmlformats.org/drawingml/2006/main">
            <a:off x="759279" y="2231299"/>
            <a:ext cx="15626443" cy="9375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0904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51B4F-1839-46F8-93D2-851B32F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Figure S41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F5FE3-CEB0-44FD-B253-BA31C55D0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c054898eb4a36"/>
          <a:stretch xmlns:a="http://schemas.openxmlformats.org/drawingml/2006/main"/>
        </p:blipFill>
        <p:spPr>
          <a:xfrm xmlns:a="http://schemas.openxmlformats.org/drawingml/2006/main">
            <a:off x="759279" y="2231299"/>
            <a:ext cx="15626443" cy="9375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05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2026-10-11T21:11:00.7870000Z</dcterms:created>
  <dcterms:modified xsi:type="dcterms:W3CDTF">2026-10-11T21:11:00.7870000Z</dcterms:modified>
</coreProperties>
</file>